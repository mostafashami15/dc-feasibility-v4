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9" r:id="rId5"/>
    <p:sldMasterId id="2147483714" r:id="rId6"/>
  </p:sldMasterIdLst>
  <p:notesMasterIdLst>
    <p:notesMasterId r:id="rId26"/>
  </p:notesMasterIdLst>
  <p:sldIdLst>
    <p:sldId id="256" r:id="rId14"/>
  </p:sldIdLst>
  <p:sldSz cx="12191695"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F451F01-E34C-4F0C-ABDC-57E6E337BC48}">
          <p14:sldIdLst>
            <p14:sldId id="256"/>
            <p14:sldId id="2147483603"/>
            <p14:sldId id="2147483607"/>
            <p14:sldId id="2147483596"/>
            <p14:sldId id="2147483606"/>
            <p14:sldId id="2147483592"/>
            <p14:sldId id="2147483597"/>
            <p14:sldId id="2147483599"/>
          </p14:sldIdLst>
        </p14:section>
        <p14:section name="DC Market Mapping &amp; Dev" id="{77A0FDA1-A071-4E46-9BF1-2A39F7C2354F}">
          <p14:sldIdLst>
            <p14:sldId id="2147483608"/>
            <p14:sldId id="2147483609"/>
            <p14:sldId id="2134806762"/>
            <p14:sldId id="2147483628"/>
            <p14:sldId id="2147483635"/>
            <p14:sldId id="2147483639"/>
            <p14:sldId id="2147483627"/>
            <p14:sldId id="296"/>
            <p14:sldId id="274"/>
            <p14:sldId id="275"/>
            <p14:sldId id="284"/>
          </p14:sldIdLst>
        </p14:section>
      </p14:sectionLst>
    </p:ex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CC5F04B-860C-F3FC-B63C-708905942620}" name="Metlen" initials="M" userId="Metlen" providerId="None"/>
  <p188:author id="{E174DD4D-EAF7-15B8-7048-64922BD30418}" name="Mantzavinatou, Maritina" initials="MM" userId="S::mmantzavinatou@mytilineos.com::59b1459f-6ba8-4693-a8a8-a0c7091314ae" providerId="AD"/>
  <p188:author id="{0D47D479-8A6D-1ADA-62B0-B2F002492676}" name="Martina, Antonella" initials="AM" userId="S::amartina@mytilineos.com::7b6958c0-1423-4554-96ce-8816e07ff60f" providerId="AD"/>
  <p188:author id="{4B151788-B3CE-0647-17AB-62B2EBB68AB2}" name="Gelsomino, Antonio" initials="AG" userId="S::agels@metka-egn.com::f403a8fa-f005-4a7e-83eb-59b5bd926b8c" providerId="AD"/>
  <p188:author id="{5DBD90AF-EF69-E0A5-9065-4C421C8AEF19}" name="Ceccariglia, Massimo" initials="MC" userId="S::mcecc@metka-egn.com::76cbf6ca-9721-4569-8e77-1808ca89d845" providerId="AD"/>
  <p188:author id="{93CA39CF-2EA9-38EE-3B21-9FA6AEBC416B}" name="VD (METLEN)" initials="VD" userId="VD (METLEN)" providerId="None"/>
  <p188:author id="{AEC637D5-AB0C-BCFC-982F-9FBCDD403DDA}" name="Simoncini, Matteo" initials="MS" userId="S::msimoncini@mytilineos.com::5b317c57-73c4-4236-9dd4-fdc9996c2452" providerId="AD"/>
  <p188:author id="{97D937DA-BD13-5DC8-3118-DEB30B290D79}" name="Valeria Bona" initials="VB" userId="Valeria Bon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C216"/>
    <a:srgbClr val="F2F2F2"/>
    <a:srgbClr val="BFF6AF"/>
    <a:srgbClr val="2E3D8B"/>
    <a:srgbClr val="0033CC"/>
    <a:srgbClr val="FFFF99"/>
    <a:srgbClr val="F4F5C1"/>
    <a:srgbClr val="5FE838"/>
    <a:srgbClr val="FF6600"/>
    <a:srgbClr val="00D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F08C44-35DB-9F63-547C-EA3F90844C3E}" v="1" dt="2026-03-24T09:38:40.329"/>
    <p1510:client id="{A148C80C-E236-4651-A8FE-9EF71C10E4D5}" v="14" dt="2026-03-24T09:40:09.588"/>
    <p1510:client id="{BE386319-F945-4B7A-9837-43E4AF62DD72}" v="24" dt="2026-03-23T16:23:38.569"/>
  </p1510:revLst>
</p1510:revInfo>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83"/>
        <p:guide pos="384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4"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_8000003E_56E84993.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_8000003F_F92F5C8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l-GR"/>
        </a:p>
      </c:txPr>
    </c:title>
    <c:autoTitleDeleted val="0"/>
    <c:plotArea>
      <c:layout/>
      <c:barChart>
        <c:barDir val="col"/>
        <c:grouping val="clustered"/>
        <c:varyColors val="0"/>
        <c:ser>
          <c:idx val="0"/>
          <c:order val="0"/>
          <c:tx>
            <c:strRef>
              <c:f>Φύλλο1!$B$1</c:f>
              <c:strCache>
                <c:ptCount val="1"/>
                <c:pt idx="0">
                  <c:v>Σειρά 1</c:v>
                </c:pt>
              </c:strCache>
            </c:strRef>
          </c:tx>
          <c:spPr>
            <a:solidFill>
              <a:schemeClr val="accent1"/>
            </a:solidFill>
            <a:ln>
              <a:noFill/>
            </a:ln>
            <a:effectLst/>
          </c:spPr>
          <c:invertIfNegative val="0"/>
          <c:cat>
            <c:strRef>
              <c:f>Φύλλο1!$A$2</c:f>
              <c:strCache>
                <c:ptCount val="1"/>
                <c:pt idx="0">
                  <c:v>Κατηγορία 1</c:v>
                </c:pt>
              </c:strCache>
            </c:strRef>
          </c:cat>
          <c:val>
            <c:numRef>
              <c:f>Φύλλο1!$B$2</c:f>
              <c:numCache>
                <c:formatCode>General</c:formatCode>
                <c:ptCount val="1"/>
                <c:pt idx="0">
                  <c:v>4.3</c:v>
                </c:pt>
              </c:numCache>
            </c:numRef>
          </c:val>
          <c:extLst>
            <c:ext xmlns:c16="http://schemas.microsoft.com/office/drawing/2014/chart" uri="{C3380CC4-5D6E-409C-BE32-E72D297353CC}">
              <c16:uniqueId val="{00000000-76AF-4845-9AD6-8FAE0BDE6826}"/>
            </c:ext>
          </c:extLst>
        </c:ser>
        <c:ser>
          <c:idx val="1"/>
          <c:order val="1"/>
          <c:tx>
            <c:strRef>
              <c:f>Φύλλο1!$C$1</c:f>
              <c:strCache>
                <c:ptCount val="1"/>
                <c:pt idx="0">
                  <c:v>Σειρά 2</c:v>
                </c:pt>
              </c:strCache>
            </c:strRef>
          </c:tx>
          <c:spPr>
            <a:solidFill>
              <a:schemeClr val="accent2"/>
            </a:solidFill>
            <a:ln>
              <a:noFill/>
            </a:ln>
            <a:effectLst/>
          </c:spPr>
          <c:invertIfNegative val="0"/>
          <c:cat>
            <c:strRef>
              <c:f>Φύλλο1!$A$2</c:f>
              <c:strCache>
                <c:ptCount val="1"/>
                <c:pt idx="0">
                  <c:v>Κατηγορία 1</c:v>
                </c:pt>
              </c:strCache>
            </c:strRef>
          </c:cat>
          <c:val>
            <c:numRef>
              <c:f>Φύλλο1!$C$2</c:f>
              <c:numCache>
                <c:formatCode>General</c:formatCode>
                <c:ptCount val="1"/>
                <c:pt idx="0">
                  <c:v>2.4</c:v>
                </c:pt>
              </c:numCache>
            </c:numRef>
          </c:val>
          <c:extLst>
            <c:ext xmlns:c16="http://schemas.microsoft.com/office/drawing/2014/chart" uri="{C3380CC4-5D6E-409C-BE32-E72D297353CC}">
              <c16:uniqueId val="{00000001-76AF-4845-9AD6-8FAE0BDE6826}"/>
            </c:ext>
          </c:extLst>
        </c:ser>
        <c:ser>
          <c:idx val="2"/>
          <c:order val="2"/>
          <c:tx>
            <c:strRef>
              <c:f>Φύλλο1!$D$1</c:f>
              <c:strCache>
                <c:ptCount val="1"/>
                <c:pt idx="0">
                  <c:v>Σειρά 3</c:v>
                </c:pt>
              </c:strCache>
            </c:strRef>
          </c:tx>
          <c:spPr>
            <a:solidFill>
              <a:schemeClr val="accent3"/>
            </a:solidFill>
            <a:ln>
              <a:noFill/>
            </a:ln>
            <a:effectLst/>
          </c:spPr>
          <c:invertIfNegative val="0"/>
          <c:cat>
            <c:strRef>
              <c:f>Φύλλο1!$A$2</c:f>
              <c:strCache>
                <c:ptCount val="1"/>
                <c:pt idx="0">
                  <c:v>Κατηγορία 1</c:v>
                </c:pt>
              </c:strCache>
            </c:strRef>
          </c:cat>
          <c:val>
            <c:numRef>
              <c:f>Φύλλο1!$D$2</c:f>
              <c:numCache>
                <c:formatCode>General</c:formatCode>
                <c:ptCount val="1"/>
                <c:pt idx="0">
                  <c:v>2</c:v>
                </c:pt>
              </c:numCache>
            </c:numRef>
          </c:val>
          <c:extLst>
            <c:ext xmlns:c16="http://schemas.microsoft.com/office/drawing/2014/chart" uri="{C3380CC4-5D6E-409C-BE32-E72D297353CC}">
              <c16:uniqueId val="{00000002-76AF-4845-9AD6-8FAE0BDE6826}"/>
            </c:ext>
          </c:extLst>
        </c:ser>
        <c:dLbls>
          <c:showLegendKey val="0"/>
          <c:showVal val="0"/>
          <c:showCatName val="0"/>
          <c:showSerName val="0"/>
          <c:showPercent val="0"/>
          <c:showBubbleSize val="0"/>
        </c:dLbls>
        <c:gapWidth val="219"/>
        <c:overlap val="-27"/>
        <c:axId val="1044329360"/>
        <c:axId val="1044330608"/>
      </c:barChart>
      <c:catAx>
        <c:axId val="1044329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l-GR"/>
          </a:p>
        </c:txPr>
        <c:crossAx val="1044330608"/>
        <c:crosses val="autoZero"/>
        <c:auto val="1"/>
        <c:lblAlgn val="ctr"/>
        <c:lblOffset val="100"/>
        <c:noMultiLvlLbl val="0"/>
      </c:catAx>
      <c:valAx>
        <c:axId val="10443306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l-GR"/>
          </a:p>
        </c:txPr>
        <c:crossAx val="1044329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l-GR"/>
        </a:p>
      </c:txPr>
    </c:legend>
    <c:plotVisOnly val="1"/>
    <c:dispBlanksAs val="gap"/>
    <c:showDLblsOverMax val="0"/>
  </c:chart>
  <c:spPr>
    <a:noFill/>
    <a:ln>
      <a:noFill/>
    </a:ln>
    <a:effectLst/>
  </c:spPr>
  <c:txPr>
    <a:bodyPr/>
    <a:lstStyle/>
    <a:p>
      <a:pPr>
        <a:defRPr/>
      </a:pPr>
      <a:endParaRPr lang="el-G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Φύλλο1!$B$1</c:f>
              <c:strCache>
                <c:ptCount val="1"/>
                <c:pt idx="0">
                  <c:v>Πωλήσεις</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AEFB-4D59-964A-12D3587E1BA4}"/>
              </c:ext>
            </c:extLst>
          </c:dPt>
          <c:dPt>
            <c:idx val="1"/>
            <c:bubble3D val="0"/>
            <c:spPr>
              <a:solidFill>
                <a:schemeClr val="accent2"/>
              </a:solidFill>
              <a:ln w="19050">
                <a:noFill/>
              </a:ln>
              <a:effectLst/>
            </c:spPr>
            <c:extLst>
              <c:ext xmlns:c16="http://schemas.microsoft.com/office/drawing/2014/chart" uri="{C3380CC4-5D6E-409C-BE32-E72D297353CC}">
                <c16:uniqueId val="{00000003-AEFB-4D59-964A-12D3587E1BA4}"/>
              </c:ext>
            </c:extLst>
          </c:dPt>
          <c:dPt>
            <c:idx val="2"/>
            <c:bubble3D val="0"/>
            <c:spPr>
              <a:solidFill>
                <a:schemeClr val="accent3"/>
              </a:solidFill>
              <a:ln w="19050">
                <a:noFill/>
              </a:ln>
              <a:effectLst/>
            </c:spPr>
            <c:extLst>
              <c:ext xmlns:c16="http://schemas.microsoft.com/office/drawing/2014/chart" uri="{C3380CC4-5D6E-409C-BE32-E72D297353CC}">
                <c16:uniqueId val="{00000005-AEFB-4D59-964A-12D3587E1BA4}"/>
              </c:ext>
            </c:extLst>
          </c:dPt>
          <c:dPt>
            <c:idx val="3"/>
            <c:bubble3D val="0"/>
            <c:spPr>
              <a:solidFill>
                <a:schemeClr val="accent4"/>
              </a:solidFill>
              <a:ln w="19050">
                <a:noFill/>
              </a:ln>
              <a:effectLst/>
            </c:spPr>
            <c:extLst>
              <c:ext xmlns:c16="http://schemas.microsoft.com/office/drawing/2014/chart" uri="{C3380CC4-5D6E-409C-BE32-E72D297353CC}">
                <c16:uniqueId val="{00000007-AEFB-4D59-964A-12D3587E1BA4}"/>
              </c:ext>
            </c:extLst>
          </c:dPt>
          <c:dLbls>
            <c:dLbl>
              <c:idx val="0"/>
              <c:tx>
                <c:rich>
                  <a:bodyPr/>
                  <a:lstStyle/>
                  <a:p>
                    <a:fld id="{2EBAF9E5-16A7-4609-8906-314EFECE488D}" type="PERCENTAGE">
                      <a:rPr lang="en-US" sz="1600">
                        <a:solidFill>
                          <a:schemeClr val="bg1"/>
                        </a:solidFill>
                      </a:rPr>
                      <a:pPr/>
                      <a:t>[PERCENTAGE]</a:t>
                    </a:fld>
                    <a:endParaRPr lang="en-GB"/>
                  </a:p>
                </c:rich>
              </c:tx>
              <c:dLblPos val="ct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EFB-4D59-964A-12D3587E1BA4}"/>
                </c:ext>
              </c:extLst>
            </c:dLbl>
            <c:dLbl>
              <c:idx val="1"/>
              <c:tx>
                <c:rich>
                  <a:bodyPr/>
                  <a:lstStyle/>
                  <a:p>
                    <a:fld id="{78760ABC-3852-42DC-AB60-DCC5324832C7}" type="PERCENTAGE">
                      <a:rPr lang="en-US" sz="1600">
                        <a:solidFill>
                          <a:schemeClr val="bg1"/>
                        </a:solidFill>
                      </a:rPr>
                      <a:pPr/>
                      <a:t>[PERCENTAGE]</a:t>
                    </a:fld>
                    <a:endParaRPr lang="en-GB"/>
                  </a:p>
                </c:rich>
              </c:tx>
              <c:dLblPos val="ct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AEFB-4D59-964A-12D3587E1BA4}"/>
                </c:ext>
              </c:extLst>
            </c:dLbl>
            <c:dLbl>
              <c:idx val="2"/>
              <c:tx>
                <c:rich>
                  <a:bodyPr/>
                  <a:lstStyle/>
                  <a:p>
                    <a:fld id="{4296372B-11AA-4883-9459-291D29FBBDB0}" type="PERCENTAGE">
                      <a:rPr lang="en-US" sz="1600">
                        <a:solidFill>
                          <a:schemeClr val="bg1"/>
                        </a:solidFill>
                      </a:rPr>
                      <a:pPr/>
                      <a:t>[PERCENTAGE]</a:t>
                    </a:fld>
                    <a:endParaRPr lang="en-GB"/>
                  </a:p>
                </c:rich>
              </c:tx>
              <c:dLblPos val="ct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AEFB-4D59-964A-12D3587E1BA4}"/>
                </c:ext>
              </c:extLst>
            </c:dLbl>
            <c:dLbl>
              <c:idx val="3"/>
              <c:tx>
                <c:rich>
                  <a:bodyPr/>
                  <a:lstStyle/>
                  <a:p>
                    <a:fld id="{428BFCFA-1514-4AC0-93EF-992469CC14DD}" type="PERCENTAGE">
                      <a:rPr lang="en-US" sz="1600">
                        <a:solidFill>
                          <a:schemeClr val="bg1"/>
                        </a:solidFill>
                      </a:rPr>
                      <a:pPr/>
                      <a:t>[PERCENTAGE]</a:t>
                    </a:fld>
                    <a:endParaRPr lang="en-GB"/>
                  </a:p>
                </c:rich>
              </c:tx>
              <c:dLblPos val="ctr"/>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AEFB-4D59-964A-12D3587E1BA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l-GR"/>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Φύλλο1!$A$2:$A$5</c:f>
              <c:strCache>
                <c:ptCount val="4"/>
                <c:pt idx="0">
                  <c:v>1ο Τρ.</c:v>
                </c:pt>
                <c:pt idx="1">
                  <c:v>2ο Τρ.</c:v>
                </c:pt>
                <c:pt idx="2">
                  <c:v>3ο Τρ.</c:v>
                </c:pt>
                <c:pt idx="3">
                  <c:v>4ο Τρ.</c:v>
                </c:pt>
              </c:strCache>
            </c:strRef>
          </c:cat>
          <c:val>
            <c:numRef>
              <c:f>Φύλλο1!$B$2:$B$5</c:f>
              <c:numCache>
                <c:formatCode>General</c:formatCode>
                <c:ptCount val="4"/>
                <c:pt idx="0">
                  <c:v>2.2000000000000002</c:v>
                </c:pt>
                <c:pt idx="1">
                  <c:v>3.2</c:v>
                </c:pt>
                <c:pt idx="2">
                  <c:v>1.4</c:v>
                </c:pt>
                <c:pt idx="3">
                  <c:v>1.2</c:v>
                </c:pt>
              </c:numCache>
            </c:numRef>
          </c:val>
          <c:extLst>
            <c:ext xmlns:c16="http://schemas.microsoft.com/office/drawing/2014/chart" uri="{C3380CC4-5D6E-409C-BE32-E72D297353CC}">
              <c16:uniqueId val="{00000008-AEFB-4D59-964A-12D3587E1BA4}"/>
            </c:ext>
          </c:extLst>
        </c:ser>
        <c:dLbls>
          <c:dLblPos val="ctr"/>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l-G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1"/>
            <a:ext cx="2945659" cy="498055"/>
          </a:xfrm>
          <a:prstGeom prst="rect">
            <a:avLst/>
          </a:prstGeom>
        </p:spPr>
        <p:txBody>
          <a:bodyPr vert="horz" lIns="91440" tIns="45720" rIns="91440" bIns="45720" rtlCol="0"/>
          <a:lstStyle>
            <a:lvl1pPr algn="r">
              <a:defRPr sz="1200"/>
            </a:lvl1pPr>
          </a:lstStyle>
          <a:p>
            <a:fld id="{76144A36-332C-4398-833E-8A41BEBA63D8}" type="datetimeFigureOut">
              <a:rPr lang="en-US" smtClean="0"/>
              <a:t>3/24/2026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805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8054"/>
          </a:xfrm>
          <a:prstGeom prst="rect">
            <a:avLst/>
          </a:prstGeom>
        </p:spPr>
        <p:txBody>
          <a:bodyPr vert="horz" lIns="91440" tIns="45720" rIns="91440" bIns="45720" rtlCol="0" anchor="b"/>
          <a:lstStyle>
            <a:lvl1pPr algn="r">
              <a:defRPr sz="1200"/>
            </a:lvl1pPr>
          </a:lstStyle>
          <a:p>
            <a:fld id="{DE79F51B-D92C-4BB6-90C8-4D3CED8C4588}" type="slidenum">
              <a:rPr lang="en-US" smtClean="0"/>
              <a:t>‹#›</a:t>
            </a:fld>
            <a:endParaRPr lang="en-US"/>
          </a:p>
        </p:txBody>
      </p:sp>
    </p:spTree>
    <p:extLst>
      <p:ext uri="{BB962C8B-B14F-4D97-AF65-F5344CB8AC3E}">
        <p14:creationId xmlns:p14="http://schemas.microsoft.com/office/powerpoint/2010/main" val="770997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1.xml"/><Relationship Id="rId3"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2.xml"/><Relationship Id="rId3"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9.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Διαφάνεια τίτλου">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6660000" y="3429000"/>
            <a:ext cx="4990663" cy="1419798"/>
          </a:xfrm>
        </p:spPr>
        <p:txBody>
          <a:bodyPr anchor="b">
            <a:noAutofit/>
          </a:bodyPr>
          <a:lstStyle>
            <a:lvl1pPr algn="l">
              <a:defRPr sz="4000">
                <a:solidFill>
                  <a:schemeClr val="bg1"/>
                </a:solidFill>
              </a:defRPr>
            </a:lvl1pPr>
          </a:lstStyle>
          <a:p>
            <a:r>
              <a:rPr lang="el-GR"/>
              <a:t>Κάντε κλικ για να επεξεργαστείτε τον τίτλο υποδείγματος</a:t>
            </a:r>
            <a:endParaRPr lang="en-GB"/>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6660000" y="4860000"/>
            <a:ext cx="4990663" cy="51508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GB"/>
          </a:p>
        </p:txBody>
      </p:sp>
      <p:sp>
        <p:nvSpPr>
          <p:cNvPr id="5" name="Text Placeholder 4">
            <a:extLst>
              <a:ext uri="{FF2B5EF4-FFF2-40B4-BE49-F238E27FC236}">
                <a16:creationId xmlns:a16="http://schemas.microsoft.com/office/drawing/2014/main" id="{0BF22EE5-7CD1-6514-BB45-B148143157D6}"/>
              </a:ext>
            </a:extLst>
          </p:cNvPr>
          <p:cNvSpPr>
            <a:spLocks noGrp="1"/>
          </p:cNvSpPr>
          <p:nvPr>
            <p:ph type="body" sz="quarter" idx="10"/>
          </p:nvPr>
        </p:nvSpPr>
        <p:spPr>
          <a:xfrm>
            <a:off x="6659999" y="5688000"/>
            <a:ext cx="4990663" cy="279413"/>
          </a:xfrm>
        </p:spPr>
        <p:txBody>
          <a:bodyPr/>
          <a:lstStyle>
            <a:lvl1pP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l-GR"/>
              <a:t>Στυλ κειμένου υποδείγματος</a:t>
            </a:r>
          </a:p>
        </p:txBody>
      </p:sp>
      <p:pic>
        <p:nvPicPr>
          <p:cNvPr id="7" name="Picture 6">
            <a:extLst>
              <a:ext uri="{FF2B5EF4-FFF2-40B4-BE49-F238E27FC236}">
                <a16:creationId xmlns:a16="http://schemas.microsoft.com/office/drawing/2014/main" id="{3C6EDF33-A675-877A-E42B-CA18DC5818B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04825" y="504825"/>
            <a:ext cx="3288799" cy="1036322"/>
          </a:xfrm>
          <a:prstGeom prst="rect">
            <a:avLst/>
          </a:prstGeom>
        </p:spPr>
      </p:pic>
    </p:spTree>
    <p:extLst>
      <p:ext uri="{BB962C8B-B14F-4D97-AF65-F5344CB8AC3E}">
        <p14:creationId xmlns:p14="http://schemas.microsoft.com/office/powerpoint/2010/main" val="6288291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B1F9B2FB-59A6-44A5-92C2-8964990DA95E}" type="datetime1">
              <a:rPr lang="en-GB" smtClean="0"/>
              <a:t>24/03/2026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a:xfrm>
            <a:off x="504824" y="6119789"/>
            <a:ext cx="4114800" cy="231799"/>
          </a:xfrm>
          <a:prstGeom prst="rect">
            <a:avLst/>
          </a:prstGeom>
        </p:spPr>
        <p:txBody>
          <a:bodyPr/>
          <a:lstStyle/>
          <a:p>
            <a:r>
              <a:rPr lang="en-GB"/>
              <a:t>Copyright </a:t>
            </a:r>
            <a:r>
              <a:rPr lang="en-GB" err="1"/>
              <a:t>Metlen</a:t>
            </a:r>
            <a:r>
              <a:rPr lang="en-GB"/>
              <a:t> 2024</a:t>
            </a:r>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3317466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06A7F83-26A7-360D-2D6F-F0DC1EB0FF45}"/>
              </a:ext>
            </a:extLst>
          </p:cNvPr>
          <p:cNvSpPr>
            <a:spLocks noGrp="1"/>
          </p:cNvSpPr>
          <p:nvPr>
            <p:ph type="body" sz="quarter" idx="10" hasCustomPrompt="1"/>
          </p:nvPr>
        </p:nvSpPr>
        <p:spPr>
          <a:xfrm>
            <a:off x="917999"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9" name="Rectangle 8">
            <a:extLst>
              <a:ext uri="{FF2B5EF4-FFF2-40B4-BE49-F238E27FC236}">
                <a16:creationId xmlns:a16="http://schemas.microsoft.com/office/drawing/2014/main" id="{7D3D5F90-B0E5-BD40-FE57-8A49C8F1FCF0}"/>
              </a:ext>
            </a:extLst>
          </p:cNvPr>
          <p:cNvSpPr/>
          <p:nvPr userDrawn="1"/>
        </p:nvSpPr>
        <p:spPr>
          <a:xfrm>
            <a:off x="504825" y="504825"/>
            <a:ext cx="241200" cy="584676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0" name="Rectangle 9">
            <a:extLst>
              <a:ext uri="{FF2B5EF4-FFF2-40B4-BE49-F238E27FC236}">
                <a16:creationId xmlns:a16="http://schemas.microsoft.com/office/drawing/2014/main" id="{3B80C38D-C3CC-1A85-000F-E622C857B47F}"/>
              </a:ext>
            </a:extLst>
          </p:cNvPr>
          <p:cNvSpPr/>
          <p:nvPr userDrawn="1"/>
        </p:nvSpPr>
        <p:spPr>
          <a:xfrm>
            <a:off x="3304800" y="504824"/>
            <a:ext cx="144000" cy="5846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1" name="Rectangle 10">
            <a:extLst>
              <a:ext uri="{FF2B5EF4-FFF2-40B4-BE49-F238E27FC236}">
                <a16:creationId xmlns:a16="http://schemas.microsoft.com/office/drawing/2014/main" id="{58235425-EBB9-508A-4CAE-945061A81B00}"/>
              </a:ext>
            </a:extLst>
          </p:cNvPr>
          <p:cNvSpPr/>
          <p:nvPr userDrawn="1"/>
        </p:nvSpPr>
        <p:spPr>
          <a:xfrm>
            <a:off x="6104775" y="504823"/>
            <a:ext cx="97200" cy="5846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2" name="Rectangle 11">
            <a:extLst>
              <a:ext uri="{FF2B5EF4-FFF2-40B4-BE49-F238E27FC236}">
                <a16:creationId xmlns:a16="http://schemas.microsoft.com/office/drawing/2014/main" id="{D0BF33D6-F98B-F8B9-CE20-536C4B0F9E65}"/>
              </a:ext>
            </a:extLst>
          </p:cNvPr>
          <p:cNvSpPr/>
          <p:nvPr userDrawn="1"/>
        </p:nvSpPr>
        <p:spPr>
          <a:xfrm>
            <a:off x="8904750" y="504822"/>
            <a:ext cx="46800" cy="584676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3" name="Text Placeholder 6">
            <a:extLst>
              <a:ext uri="{FF2B5EF4-FFF2-40B4-BE49-F238E27FC236}">
                <a16:creationId xmlns:a16="http://schemas.microsoft.com/office/drawing/2014/main" id="{AC818D78-B9ED-E915-059D-4B3E21521778}"/>
              </a:ext>
            </a:extLst>
          </p:cNvPr>
          <p:cNvSpPr>
            <a:spLocks noGrp="1"/>
          </p:cNvSpPr>
          <p:nvPr>
            <p:ph type="body" sz="quarter" idx="11" hasCustomPrompt="1"/>
          </p:nvPr>
        </p:nvSpPr>
        <p:spPr>
          <a:xfrm>
            <a:off x="3620774"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14" name="Text Placeholder 6">
            <a:extLst>
              <a:ext uri="{FF2B5EF4-FFF2-40B4-BE49-F238E27FC236}">
                <a16:creationId xmlns:a16="http://schemas.microsoft.com/office/drawing/2014/main" id="{63290905-EBAE-CD32-316C-B5692367804C}"/>
              </a:ext>
            </a:extLst>
          </p:cNvPr>
          <p:cNvSpPr>
            <a:spLocks noGrp="1"/>
          </p:cNvSpPr>
          <p:nvPr>
            <p:ph type="body" sz="quarter" idx="12" hasCustomPrompt="1"/>
          </p:nvPr>
        </p:nvSpPr>
        <p:spPr>
          <a:xfrm>
            <a:off x="6373949"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15" name="Text Placeholder 6">
            <a:extLst>
              <a:ext uri="{FF2B5EF4-FFF2-40B4-BE49-F238E27FC236}">
                <a16:creationId xmlns:a16="http://schemas.microsoft.com/office/drawing/2014/main" id="{20F31D49-C720-AB6E-2077-83E66F82FABC}"/>
              </a:ext>
            </a:extLst>
          </p:cNvPr>
          <p:cNvSpPr>
            <a:spLocks noGrp="1"/>
          </p:cNvSpPr>
          <p:nvPr>
            <p:ph type="body" sz="quarter" idx="13" hasCustomPrompt="1"/>
          </p:nvPr>
        </p:nvSpPr>
        <p:spPr>
          <a:xfrm>
            <a:off x="9123751"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Tree>
    <p:extLst>
      <p:ext uri="{BB962C8B-B14F-4D97-AF65-F5344CB8AC3E}">
        <p14:creationId xmlns:p14="http://schemas.microsoft.com/office/powerpoint/2010/main" val="374607921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Δύο περιεχόμενα">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4"/>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2DD56FF8-04CD-4145-B00D-EE36E12E8744}"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a:xfrm>
            <a:off x="504824" y="6119789"/>
            <a:ext cx="4114800" cy="231799"/>
          </a:xfrm>
          <a:prstGeom prst="rect">
            <a:avLst/>
          </a:prstGeom>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83603987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with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2826000"/>
            <a:ext cx="4381200" cy="3141413"/>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F4A7F130-52B7-458E-9ACC-418ABA4A0503}"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a:xfrm>
            <a:off x="504824" y="6119789"/>
            <a:ext cx="4114800" cy="231799"/>
          </a:xfrm>
          <a:prstGeom prst="rect">
            <a:avLst/>
          </a:prstGeom>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
        <p:nvSpPr>
          <p:cNvPr id="9" name="Text Placeholder 8">
            <a:extLst>
              <a:ext uri="{FF2B5EF4-FFF2-40B4-BE49-F238E27FC236}">
                <a16:creationId xmlns:a16="http://schemas.microsoft.com/office/drawing/2014/main" id="{22A9DD82-C964-D3DC-22AB-D3B588BE94CB}"/>
              </a:ext>
            </a:extLst>
          </p:cNvPr>
          <p:cNvSpPr>
            <a:spLocks noGrp="1"/>
          </p:cNvSpPr>
          <p:nvPr>
            <p:ph type="body" sz="quarter" idx="13"/>
          </p:nvPr>
        </p:nvSpPr>
        <p:spPr>
          <a:xfrm>
            <a:off x="504825" y="1628775"/>
            <a:ext cx="4381198" cy="1139992"/>
          </a:xfrm>
          <a:solidFill>
            <a:schemeClr val="bg1"/>
          </a:solidFill>
          <a:effectLst>
            <a:outerShdw dist="19050" dir="10800000" algn="ctr" rotWithShape="0">
              <a:schemeClr val="accent2"/>
            </a:outerShdw>
          </a:effectLst>
        </p:spPr>
        <p:txBody>
          <a:bodyPr lIns="360000">
            <a:spAutoFit/>
          </a:bodyPr>
          <a:lstStyle>
            <a:lvl1pPr>
              <a:defRPr sz="1600"/>
            </a:lvl1pPr>
            <a:lvl2pPr>
              <a:defRPr sz="1300"/>
            </a:lvl2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1983268500"/>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ith Intr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lvl1pPr>
              <a:defRPr>
                <a:solidFill>
                  <a:schemeClr val="bg1"/>
                </a:solidFill>
              </a:defRPr>
            </a:lvl1p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2826000"/>
            <a:ext cx="4381200" cy="3141413"/>
          </a:xfrm>
        </p:spPr>
        <p:txBody>
          <a:bodyPr/>
          <a:lstStyle>
            <a:lvl1pPr>
              <a:defRPr>
                <a:solidFill>
                  <a:schemeClr val="bg1"/>
                </a:solidFill>
              </a:defRPr>
            </a:lvl1pPr>
            <a:lvl2pPr>
              <a:defRPr>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lvl1pPr>
              <a:defRPr>
                <a:solidFill>
                  <a:schemeClr val="bg1"/>
                </a:solidFill>
              </a:defRPr>
            </a:lvl1pPr>
            <a:lvl2pPr>
              <a:defRPr>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F27CDF13-2457-4D53-A769-ECD8DDAF957D}"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a:xfrm>
            <a:off x="504824" y="6119789"/>
            <a:ext cx="4114800" cy="231799"/>
          </a:xfrm>
          <a:prstGeom prst="rect">
            <a:avLst/>
          </a:prstGeom>
        </p:spPr>
        <p:txBody>
          <a:bodyPr/>
          <a:lstStyle>
            <a:lvl1pPr>
              <a:defRPr>
                <a:solidFill>
                  <a:schemeClr val="bg1"/>
                </a:solidFill>
              </a:defRPr>
            </a:lvl1p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9" name="Text Placeholder 8">
            <a:extLst>
              <a:ext uri="{FF2B5EF4-FFF2-40B4-BE49-F238E27FC236}">
                <a16:creationId xmlns:a16="http://schemas.microsoft.com/office/drawing/2014/main" id="{22A9DD82-C964-D3DC-22AB-D3B588BE94CB}"/>
              </a:ext>
            </a:extLst>
          </p:cNvPr>
          <p:cNvSpPr>
            <a:spLocks noGrp="1"/>
          </p:cNvSpPr>
          <p:nvPr>
            <p:ph type="body" sz="quarter" idx="13"/>
          </p:nvPr>
        </p:nvSpPr>
        <p:spPr>
          <a:xfrm>
            <a:off x="504825" y="1628775"/>
            <a:ext cx="4381198" cy="1139992"/>
          </a:xfrm>
          <a:solidFill>
            <a:schemeClr val="accent1"/>
          </a:solidFill>
          <a:effectLst>
            <a:outerShdw dist="19050" dir="10800000" algn="ctr" rotWithShape="0">
              <a:schemeClr val="accent4"/>
            </a:outerShdw>
          </a:effectLst>
        </p:spPr>
        <p:txBody>
          <a:bodyPr lIns="360000">
            <a:spAutoFit/>
          </a:bodyPr>
          <a:lstStyle>
            <a:lvl1pPr>
              <a:defRPr sz="1600">
                <a:solidFill>
                  <a:schemeClr val="bg1"/>
                </a:solidFill>
              </a:defRPr>
            </a:lvl1pPr>
            <a:lvl2pPr>
              <a:defRPr sz="1300">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386563880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D8FE2B5-300E-B323-A2C4-8048745CA9E7}"/>
              </a:ext>
            </a:extLst>
          </p:cNvPr>
          <p:cNvSpPr>
            <a:spLocks noGrp="1"/>
          </p:cNvSpPr>
          <p:nvPr>
            <p:ph type="pic" sz="quarter" idx="13"/>
          </p:nvPr>
        </p:nvSpPr>
        <p:spPr>
          <a:xfrm>
            <a:off x="5896800" y="0"/>
            <a:ext cx="6295200" cy="6858000"/>
          </a:xfrm>
          <a:custGeom>
            <a:avLst/>
            <a:gdLst>
              <a:gd name="connsiteX0" fmla="*/ 0 w 6295200"/>
              <a:gd name="connsiteY0" fmla="*/ 0 h 6858000"/>
              <a:gd name="connsiteX1" fmla="*/ 6295200 w 6295200"/>
              <a:gd name="connsiteY1" fmla="*/ 0 h 6858000"/>
              <a:gd name="connsiteX2" fmla="*/ 6295200 w 6295200"/>
              <a:gd name="connsiteY2" fmla="*/ 6858000 h 6858000"/>
              <a:gd name="connsiteX3" fmla="*/ 2491200 w 6295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295200" h="6858000">
                <a:moveTo>
                  <a:pt x="0" y="0"/>
                </a:moveTo>
                <a:lnTo>
                  <a:pt x="6295200" y="0"/>
                </a:lnTo>
                <a:lnTo>
                  <a:pt x="6295200" y="6858000"/>
                </a:lnTo>
                <a:lnTo>
                  <a:pt x="2491200" y="6858000"/>
                </a:lnTo>
                <a:close/>
              </a:path>
            </a:pathLst>
          </a:custGeom>
          <a:solidFill>
            <a:schemeClr val="bg1">
              <a:lumMod val="85000"/>
            </a:schemeClr>
          </a:solidFill>
        </p:spPr>
        <p:txBody>
          <a:bodyPr wrap="square">
            <a:noAutofit/>
          </a:bodyPr>
          <a:lstStyle>
            <a:lvl1pPr algn="r">
              <a:defRPr/>
            </a:lvl1pPr>
          </a:lstStyle>
          <a:p>
            <a:r>
              <a:rPr lang="el-GR"/>
              <a:t>Κάντε κλικ στο εικονίδιο για να προσθέσετε εικόνα</a:t>
            </a:r>
            <a:endParaRPr lang="en-US"/>
          </a:p>
        </p:txBody>
      </p:sp>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504826" y="504824"/>
            <a:ext cx="4381198" cy="1123951"/>
          </a:xfrm>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6"/>
            <a:ext cx="4381200"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5AA4CD3D-7E55-4823-9780-E8B232E4A606}"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a:xfrm>
            <a:off x="504824" y="6119789"/>
            <a:ext cx="4114800" cy="231799"/>
          </a:xfrm>
          <a:prstGeom prst="rect">
            <a:avLst/>
          </a:prstGeom>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28072072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Two Images">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F5C7150-B424-A091-D546-B72747D4C006}"/>
              </a:ext>
            </a:extLst>
          </p:cNvPr>
          <p:cNvSpPr>
            <a:spLocks noGrp="1"/>
          </p:cNvSpPr>
          <p:nvPr>
            <p:ph type="pic" sz="quarter" idx="14"/>
          </p:nvPr>
        </p:nvSpPr>
        <p:spPr>
          <a:xfrm>
            <a:off x="6212400" y="3535200"/>
            <a:ext cx="5979600" cy="3322800"/>
          </a:xfrm>
          <a:solidFill>
            <a:schemeClr val="bg1">
              <a:lumMod val="85000"/>
            </a:schemeClr>
          </a:solidFill>
        </p:spPr>
        <p:txBody>
          <a:bodyPr/>
          <a:lstStyle/>
          <a:p>
            <a:r>
              <a:rPr lang="el-GR"/>
              <a:t>Κάντε κλικ στο εικονίδιο για να προσθέσετε εικόνα</a:t>
            </a:r>
            <a:endParaRPr lang="en-US"/>
          </a:p>
        </p:txBody>
      </p:sp>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504826" y="504824"/>
            <a:ext cx="4381198" cy="1123951"/>
          </a:xfrm>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6"/>
            <a:ext cx="4381200"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586182C2-1D80-49C5-9C11-FF48C249706A}" type="datetime1">
              <a:rPr lang="en-GB" smtClean="0"/>
              <a:t>24/03/2026</a:t>
            </a:fld>
            <a:endParaRPr lang="en-GB"/>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8" name="Picture Placeholder 7">
            <a:extLst>
              <a:ext uri="{FF2B5EF4-FFF2-40B4-BE49-F238E27FC236}">
                <a16:creationId xmlns:a16="http://schemas.microsoft.com/office/drawing/2014/main" id="{223152E5-69BC-A16E-8E71-9526A9770D57}"/>
              </a:ext>
            </a:extLst>
          </p:cNvPr>
          <p:cNvSpPr>
            <a:spLocks noGrp="1"/>
          </p:cNvSpPr>
          <p:nvPr>
            <p:ph type="pic" sz="quarter" idx="13"/>
          </p:nvPr>
        </p:nvSpPr>
        <p:spPr>
          <a:xfrm>
            <a:off x="6212400" y="0"/>
            <a:ext cx="5979600" cy="3322800"/>
          </a:xfrm>
          <a:solidFill>
            <a:schemeClr val="bg1">
              <a:lumMod val="85000"/>
            </a:schemeClr>
          </a:solidFill>
        </p:spPr>
        <p:txBody>
          <a:bodyPr/>
          <a:lstStyle/>
          <a:p>
            <a:r>
              <a:rPr lang="el-GR"/>
              <a:t>Κάντε κλικ στο εικονίδιο για να προσθέσετε εικόνα</a:t>
            </a:r>
            <a:endParaRPr lang="en-US"/>
          </a:p>
        </p:txBody>
      </p:sp>
    </p:spTree>
    <p:extLst>
      <p:ext uri="{BB962C8B-B14F-4D97-AF65-F5344CB8AC3E}">
        <p14:creationId xmlns:p14="http://schemas.microsoft.com/office/powerpoint/2010/main" val="49558852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and Large Imag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F5C7150-B424-A091-D546-B72747D4C006}"/>
              </a:ext>
            </a:extLst>
          </p:cNvPr>
          <p:cNvSpPr>
            <a:spLocks noGrp="1"/>
          </p:cNvSpPr>
          <p:nvPr>
            <p:ph type="pic" sz="quarter" idx="14"/>
          </p:nvPr>
        </p:nvSpPr>
        <p:spPr>
          <a:xfrm>
            <a:off x="0" y="2106000"/>
            <a:ext cx="12193200" cy="4752000"/>
          </a:xfrm>
          <a:solidFill>
            <a:schemeClr val="bg1">
              <a:lumMod val="85000"/>
            </a:schemeClr>
          </a:solidFill>
        </p:spPr>
        <p:txBody>
          <a:bodyPr/>
          <a:lstStyle/>
          <a:p>
            <a:r>
              <a:rPr lang="el-GR"/>
              <a:t>Κάντε κλικ στο εικονίδιο για να προσθέσετε εικόνα</a:t>
            </a:r>
            <a:endParaRPr lang="en-US"/>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E10B984C-B0C1-48A1-BCC2-EE7B1B71791F}"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a:xfrm>
            <a:off x="504824" y="6119789"/>
            <a:ext cx="4114800" cy="231799"/>
          </a:xfrm>
          <a:prstGeom prst="rect">
            <a:avLst/>
          </a:prstGeom>
        </p:spPr>
        <p:txBody>
          <a:bodyPr/>
          <a:lstStyle>
            <a:lvl1pPr>
              <a:defRPr>
                <a:solidFill>
                  <a:schemeClr val="bg1"/>
                </a:solidFill>
              </a:defRPr>
            </a:lvl1p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10" name="Title 9">
            <a:extLst>
              <a:ext uri="{FF2B5EF4-FFF2-40B4-BE49-F238E27FC236}">
                <a16:creationId xmlns:a16="http://schemas.microsoft.com/office/drawing/2014/main" id="{009504DB-B4F9-7040-3FCB-1DDB7D71AC95}"/>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12" name="Text Placeholder 15">
            <a:extLst>
              <a:ext uri="{FF2B5EF4-FFF2-40B4-BE49-F238E27FC236}">
                <a16:creationId xmlns:a16="http://schemas.microsoft.com/office/drawing/2014/main" id="{D2B6A793-AE74-1AC8-B6A6-BEA700A923A4}"/>
              </a:ext>
            </a:extLst>
          </p:cNvPr>
          <p:cNvSpPr>
            <a:spLocks noGrp="1"/>
          </p:cNvSpPr>
          <p:nvPr>
            <p:ph type="body" sz="quarter" idx="17"/>
          </p:nvPr>
        </p:nvSpPr>
        <p:spPr>
          <a:xfrm>
            <a:off x="504824" y="1350001"/>
            <a:ext cx="4381199" cy="672744"/>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13" name="Text Placeholder 15">
            <a:extLst>
              <a:ext uri="{FF2B5EF4-FFF2-40B4-BE49-F238E27FC236}">
                <a16:creationId xmlns:a16="http://schemas.microsoft.com/office/drawing/2014/main" id="{6842F9A2-0040-80D6-7778-A2D65FECE49B}"/>
              </a:ext>
            </a:extLst>
          </p:cNvPr>
          <p:cNvSpPr>
            <a:spLocks noGrp="1"/>
          </p:cNvSpPr>
          <p:nvPr>
            <p:ph type="body" sz="quarter" idx="18"/>
          </p:nvPr>
        </p:nvSpPr>
        <p:spPr>
          <a:xfrm>
            <a:off x="6096000" y="1350001"/>
            <a:ext cx="4381199" cy="672744"/>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3414890477"/>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Large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24F791-C01C-68D1-2BD3-5C002C55EFC7}"/>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11" name="Content Placeholder 10">
            <a:extLst>
              <a:ext uri="{FF2B5EF4-FFF2-40B4-BE49-F238E27FC236}">
                <a16:creationId xmlns:a16="http://schemas.microsoft.com/office/drawing/2014/main" id="{D99FC5B9-0BFF-7577-C420-91E3375B6C45}"/>
              </a:ext>
            </a:extLst>
          </p:cNvPr>
          <p:cNvSpPr>
            <a:spLocks noGrp="1"/>
          </p:cNvSpPr>
          <p:nvPr>
            <p:ph sz="quarter" idx="13"/>
          </p:nvPr>
        </p:nvSpPr>
        <p:spPr>
          <a:xfrm>
            <a:off x="4032000" y="1628775"/>
            <a:ext cx="7618663"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12" name="Date Placeholder 11">
            <a:extLst>
              <a:ext uri="{FF2B5EF4-FFF2-40B4-BE49-F238E27FC236}">
                <a16:creationId xmlns:a16="http://schemas.microsoft.com/office/drawing/2014/main" id="{8DF00E2E-96A4-E880-DB96-7BDABD306327}"/>
              </a:ext>
            </a:extLst>
          </p:cNvPr>
          <p:cNvSpPr>
            <a:spLocks noGrp="1"/>
          </p:cNvSpPr>
          <p:nvPr>
            <p:ph type="dt" sz="half" idx="14"/>
          </p:nvPr>
        </p:nvSpPr>
        <p:spPr/>
        <p:txBody>
          <a:bodyPr/>
          <a:lstStyle/>
          <a:p>
            <a:fld id="{5B6E6BE8-1DBA-4596-B043-FCAF22F57518}" type="datetime1">
              <a:rPr lang="en-GB" smtClean="0"/>
              <a:t>24/03/2026</a:t>
            </a:fld>
            <a:endParaRPr lang="en-GB"/>
          </a:p>
        </p:txBody>
      </p:sp>
      <p:sp>
        <p:nvSpPr>
          <p:cNvPr id="13" name="Footer Placeholder 12">
            <a:extLst>
              <a:ext uri="{FF2B5EF4-FFF2-40B4-BE49-F238E27FC236}">
                <a16:creationId xmlns:a16="http://schemas.microsoft.com/office/drawing/2014/main" id="{B5FDEE80-815C-AB62-FD6E-5693DEC6F39A}"/>
              </a:ext>
            </a:extLst>
          </p:cNvPr>
          <p:cNvSpPr>
            <a:spLocks noGrp="1"/>
          </p:cNvSpPr>
          <p:nvPr>
            <p:ph type="ftr" sz="quarter" idx="15"/>
          </p:nvPr>
        </p:nvSpPr>
        <p:spPr>
          <a:xfrm>
            <a:off x="504824" y="6119789"/>
            <a:ext cx="4114800" cy="231799"/>
          </a:xfrm>
          <a:prstGeom prst="rect">
            <a:avLst/>
          </a:prstGeom>
        </p:spPr>
        <p:txBody>
          <a:bodyPr/>
          <a:lstStyle/>
          <a:p>
            <a:r>
              <a:rPr lang="en-GB"/>
              <a:t>Copyright Metlen 2024</a:t>
            </a:r>
          </a:p>
        </p:txBody>
      </p:sp>
      <p:sp>
        <p:nvSpPr>
          <p:cNvPr id="14" name="Slide Number Placeholder 13">
            <a:extLst>
              <a:ext uri="{FF2B5EF4-FFF2-40B4-BE49-F238E27FC236}">
                <a16:creationId xmlns:a16="http://schemas.microsoft.com/office/drawing/2014/main" id="{A66494C5-CE1B-E76A-D308-DE98D083A23B}"/>
              </a:ext>
            </a:extLst>
          </p:cNvPr>
          <p:cNvSpPr>
            <a:spLocks noGrp="1"/>
          </p:cNvSpPr>
          <p:nvPr>
            <p:ph type="sldNum" sz="quarter" idx="16"/>
          </p:nvPr>
        </p:nvSpPr>
        <p:spPr/>
        <p:txBody>
          <a:bodyPr/>
          <a:lstStyle>
            <a:lvl1pPr>
              <a:defRPr sz="1000"/>
            </a:lvl1pPr>
          </a:lstStyle>
          <a:p>
            <a:fld id="{CBA53E11-492D-48B3-9F9B-09541CA2A39A}" type="slidenum">
              <a:rPr lang="en-GB" smtClean="0"/>
              <a:pPr/>
              <a:t>‹#›</a:t>
            </a:fld>
            <a:endParaRPr lang="en-GB"/>
          </a:p>
        </p:txBody>
      </p:sp>
      <p:sp>
        <p:nvSpPr>
          <p:cNvPr id="17" name="Text Placeholder 15">
            <a:extLst>
              <a:ext uri="{FF2B5EF4-FFF2-40B4-BE49-F238E27FC236}">
                <a16:creationId xmlns:a16="http://schemas.microsoft.com/office/drawing/2014/main" id="{7FBA872F-6E56-FCD0-65C4-B366596A385F}"/>
              </a:ext>
            </a:extLst>
          </p:cNvPr>
          <p:cNvSpPr>
            <a:spLocks noGrp="1"/>
          </p:cNvSpPr>
          <p:nvPr>
            <p:ph type="body" sz="quarter" idx="17"/>
          </p:nvPr>
        </p:nvSpPr>
        <p:spPr>
          <a:xfrm>
            <a:off x="504825" y="1628775"/>
            <a:ext cx="2592388"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307737993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Κεφαλίδα ενότητας">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BBBA-B749-218C-54ED-3B48437A005E}"/>
              </a:ext>
            </a:extLst>
          </p:cNvPr>
          <p:cNvSpPr>
            <a:spLocks noGrp="1"/>
          </p:cNvSpPr>
          <p:nvPr>
            <p:ph type="title"/>
          </p:nvPr>
        </p:nvSpPr>
        <p:spPr>
          <a:xfrm>
            <a:off x="6096000" y="3429001"/>
            <a:ext cx="5554662" cy="2922588"/>
          </a:xfrm>
        </p:spPr>
        <p:txBody>
          <a:bodyPr anchor="b"/>
          <a:lstStyle>
            <a:lvl1pPr algn="r">
              <a:lnSpc>
                <a:spcPct val="80000"/>
              </a:lnSpc>
              <a:defRPr sz="10000">
                <a:solidFill>
                  <a:schemeClr val="tx2"/>
                </a:solidFill>
              </a:defRPr>
            </a:lvl1pPr>
          </a:lstStyle>
          <a:p>
            <a:r>
              <a:rPr lang="el-GR"/>
              <a:t>Κάντε κλικ για να επεξεργαστείτε τον τίτλο υποδείγματος</a:t>
            </a:r>
            <a:endParaRPr lang="en-GB"/>
          </a:p>
        </p:txBody>
      </p:sp>
    </p:spTree>
    <p:extLst>
      <p:ext uri="{BB962C8B-B14F-4D97-AF65-F5344CB8AC3E}">
        <p14:creationId xmlns:p14="http://schemas.microsoft.com/office/powerpoint/2010/main" val="220498633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B9BB-7F63-2882-5F8D-F7FCE0C16315}"/>
              </a:ext>
            </a:extLst>
          </p:cNvPr>
          <p:cNvSpPr>
            <a:spLocks noGrp="1"/>
          </p:cNvSpPr>
          <p:nvPr>
            <p:ph type="title"/>
          </p:nvPr>
        </p:nvSpPr>
        <p:spPr>
          <a:xfrm>
            <a:off x="504826" y="504825"/>
            <a:ext cx="11145838" cy="1123950"/>
          </a:xfrm>
        </p:spPr>
        <p:txBody>
          <a:bodyPr/>
          <a:lstStyle>
            <a:lvl1pPr>
              <a:lnSpc>
                <a:spcPct val="80000"/>
              </a:lnSpc>
              <a:defRPr sz="10000">
                <a:solidFill>
                  <a:schemeClr val="bg1"/>
                </a:solidFill>
              </a:defRPr>
            </a:lvl1pPr>
          </a:lstStyle>
          <a:p>
            <a:r>
              <a:rPr lang="el-GR"/>
              <a:t>Κάντε κλικ για να επεξεργαστείτε τον τίτλο υποδείγματος</a:t>
            </a:r>
            <a:endParaRPr lang="en-US"/>
          </a:p>
        </p:txBody>
      </p:sp>
      <p:pic>
        <p:nvPicPr>
          <p:cNvPr id="7" name="Picture 6">
            <a:extLst>
              <a:ext uri="{FF2B5EF4-FFF2-40B4-BE49-F238E27FC236}">
                <a16:creationId xmlns:a16="http://schemas.microsoft.com/office/drawing/2014/main" id="{F3E7FCFB-A035-A207-BA58-6DAC1F04437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321463" y="5619229"/>
            <a:ext cx="2329200" cy="733946"/>
          </a:xfrm>
          <a:prstGeom prst="rect">
            <a:avLst/>
          </a:prstGeom>
        </p:spPr>
      </p:pic>
    </p:spTree>
    <p:extLst>
      <p:ext uri="{BB962C8B-B14F-4D97-AF65-F5344CB8AC3E}">
        <p14:creationId xmlns:p14="http://schemas.microsoft.com/office/powerpoint/2010/main" val="403636627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DB4AF0B0-3AA5-4A4B-A952-6661B00D521E}" type="datetime1">
              <a:rPr lang="en-GB" smtClean="0"/>
              <a:t>24/03/2026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a:xfrm>
            <a:off x="504824" y="6119789"/>
            <a:ext cx="4114800" cy="231799"/>
          </a:xfrm>
          <a:prstGeom prst="rect">
            <a:avLst/>
          </a:prstGeom>
        </p:spPr>
        <p:txBody>
          <a:bodyPr/>
          <a:lstStyle/>
          <a:p>
            <a:r>
              <a:rPr lang="en-GB"/>
              <a:t>Copyright Metlen 2024</a:t>
            </a:r>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71181825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C4CFC3E3-74F5-4389-B1B8-0D97671DA55E}" type="datetime1">
              <a:rPr lang="en-GB" smtClean="0"/>
              <a:t>24/03/2026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a:xfrm>
            <a:off x="504824" y="6119789"/>
            <a:ext cx="4114800" cy="231799"/>
          </a:xfrm>
          <a:prstGeom prst="rect">
            <a:avLst/>
          </a:prstGeom>
        </p:spPr>
        <p:txBody>
          <a:bodyPr/>
          <a:lstStyle/>
          <a:p>
            <a:r>
              <a:rPr lang="en-GB"/>
              <a:t>Copyright Metlen 2024</a:t>
            </a:r>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964464979"/>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002798E8-9946-A385-F444-0695D934C722}"/>
              </a:ext>
            </a:extLst>
          </p:cNvPr>
          <p:cNvSpPr>
            <a:spLocks noGrp="1"/>
          </p:cNvSpPr>
          <p:nvPr>
            <p:ph type="body" sz="quarter" idx="10"/>
          </p:nvPr>
        </p:nvSpPr>
        <p:spPr>
          <a:xfrm>
            <a:off x="263526" y="296863"/>
            <a:ext cx="2484438" cy="175577"/>
          </a:xfrm>
        </p:spPr>
        <p:txBody>
          <a:bodyPr/>
          <a:lstStyle>
            <a:lvl1pPr marL="0" indent="0">
              <a:buNone/>
              <a:defRPr>
                <a:solidFill>
                  <a:srgbClr val="DA291C"/>
                </a:solidFill>
                <a:latin typeface="Work Sans SemiBold" pitchFamily="2" charset="0"/>
              </a:defRPr>
            </a:lvl1pPr>
          </a:lstStyle>
          <a:p>
            <a:pPr lvl="0"/>
            <a:endParaRPr lang="en-GB"/>
          </a:p>
        </p:txBody>
      </p:sp>
      <p:sp>
        <p:nvSpPr>
          <p:cNvPr id="4" name="Text Placeholder 1">
            <a:extLst>
              <a:ext uri="{FF2B5EF4-FFF2-40B4-BE49-F238E27FC236}">
                <a16:creationId xmlns:a16="http://schemas.microsoft.com/office/drawing/2014/main" id="{AC97DEC4-AF09-7E7A-6D7B-6725889AF18F}"/>
              </a:ext>
            </a:extLst>
          </p:cNvPr>
          <p:cNvSpPr>
            <a:spLocks noGrp="1"/>
          </p:cNvSpPr>
          <p:nvPr>
            <p:ph idx="1"/>
          </p:nvPr>
        </p:nvSpPr>
        <p:spPr>
          <a:xfrm>
            <a:off x="275099" y="1795748"/>
            <a:ext cx="11655631" cy="458600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39321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5396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602838" y="517559"/>
            <a:ext cx="9850643" cy="550600"/>
          </a:xfrm>
        </p:spPr>
        <p:txBody>
          <a:bodyPr lIns="0" tIns="0" rIns="0" bIns="0"/>
          <a:lstStyle>
            <a:lvl1pPr>
              <a:defRPr sz="3578" b="1" i="0">
                <a:solidFill>
                  <a:srgbClr val="001C3E"/>
                </a:solidFill>
                <a:latin typeface="Stag Sans LG"/>
                <a:cs typeface="Stag Sans LG"/>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358298" y="1842967"/>
            <a:ext cx="3523203" cy="228652"/>
          </a:xfrm>
          <a:prstGeom prst="rect">
            <a:avLst/>
          </a:prstGeom>
        </p:spPr>
        <p:txBody>
          <a:bodyPr wrap="square" lIns="0" tIns="0" rIns="0" bIns="0">
            <a:spAutoFit/>
          </a:bodyPr>
          <a:lstStyle>
            <a:lvl1pPr>
              <a:defRPr sz="1486" b="1" i="0">
                <a:solidFill>
                  <a:srgbClr val="001C3E"/>
                </a:solidFill>
                <a:latin typeface="Stag Sans LG"/>
                <a:cs typeface="Stag Sans LG"/>
              </a:defRPr>
            </a:lvl1pPr>
          </a:lstStyle>
          <a:p>
            <a:endParaRPr/>
          </a:p>
        </p:txBody>
      </p:sp>
      <p:sp>
        <p:nvSpPr>
          <p:cNvPr id="5" name="Holder 5"/>
          <p:cNvSpPr>
            <a:spLocks noGrp="1"/>
          </p:cNvSpPr>
          <p:nvPr>
            <p:ph type="ftr" sz="quarter" idx="5"/>
          </p:nvPr>
        </p:nvSpPr>
        <p:spPr>
          <a:xfrm>
            <a:off x="504824" y="6119789"/>
            <a:ext cx="4114800" cy="231799"/>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7" name="Holder 7"/>
          <p:cNvSpPr>
            <a:spLocks noGrp="1"/>
          </p:cNvSpPr>
          <p:nvPr>
            <p:ph type="sldNum" sz="quarter" idx="7"/>
          </p:nvPr>
        </p:nvSpPr>
        <p:spPr/>
        <p:txBody>
          <a:bodyPr lIns="0" tIns="0" rIns="0" bIns="0"/>
          <a:lstStyle>
            <a:lvl1pPr>
              <a:defRPr sz="1243" b="0" i="0">
                <a:solidFill>
                  <a:schemeClr val="bg1"/>
                </a:solidFill>
                <a:latin typeface="StagSansLG-Light"/>
                <a:cs typeface="StagSansLG-Light"/>
              </a:defRPr>
            </a:lvl1pPr>
          </a:lstStyle>
          <a:p>
            <a:pPr marL="161342">
              <a:lnSpc>
                <a:spcPts val="1310"/>
              </a:lnSpc>
            </a:pPr>
            <a:fld id="{81D60167-4931-47E6-BA6A-407CBD079E47}" type="slidenum">
              <a:rPr lang="el-GR" spc="-15" smtClean="0"/>
              <a:pPr marL="161342">
                <a:lnSpc>
                  <a:spcPts val="1310"/>
                </a:lnSpc>
              </a:pPr>
              <a:t>‹#›</a:t>
            </a:fld>
            <a:endParaRPr lang="el-GR" spc="-15"/>
          </a:p>
        </p:txBody>
      </p:sp>
    </p:spTree>
    <p:extLst>
      <p:ext uri="{BB962C8B-B14F-4D97-AF65-F5344CB8AC3E}">
        <p14:creationId xmlns:p14="http://schemas.microsoft.com/office/powerpoint/2010/main" val="33751185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a:xfrm>
            <a:off x="334963" y="368300"/>
            <a:ext cx="11557000" cy="647700"/>
          </a:xfrm>
        </p:spPr>
        <p:txBody>
          <a:bodyPr lIns="36000" tIns="36000" rIns="36000" bIns="36000" anchor="ctr"/>
          <a:lstStyle/>
          <a:p>
            <a:r>
              <a:rPr lang="en-GB"/>
              <a:t>Click to edit Master title style</a:t>
            </a:r>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a:xfrm>
            <a:off x="7913235" y="6230623"/>
            <a:ext cx="2743200" cy="231799"/>
          </a:xfrm>
        </p:spPr>
        <p:txBody>
          <a:bodyPr/>
          <a:lstStyle/>
          <a:p>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a:xfrm>
            <a:off x="504824" y="6230623"/>
            <a:ext cx="4114800" cy="231799"/>
          </a:xfrm>
        </p:spPr>
        <p:txBody>
          <a:bodyPr/>
          <a:lstStyle/>
          <a:p>
            <a:endParaRPr lang="en-GB"/>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a:xfrm>
            <a:off x="11182593" y="6334131"/>
            <a:ext cx="713547" cy="384174"/>
          </a:xfrm>
        </p:spPr>
        <p:txBody>
          <a:bodyPr/>
          <a:lstStyle>
            <a:lvl1pPr>
              <a:defRPr sz="1000"/>
            </a:lvl1pPr>
          </a:lstStyle>
          <a:p>
            <a:fld id="{CBA53E11-492D-48B3-9F9B-09541CA2A39A}" type="slidenum">
              <a:rPr lang="en-GB" smtClean="0"/>
              <a:pPr/>
              <a:t>‹#›</a:t>
            </a:fld>
            <a:endParaRPr lang="en-GB"/>
          </a:p>
        </p:txBody>
      </p:sp>
      <p:sp>
        <p:nvSpPr>
          <p:cNvPr id="8" name="Text Placeholder 7">
            <a:extLst>
              <a:ext uri="{FF2B5EF4-FFF2-40B4-BE49-F238E27FC236}">
                <a16:creationId xmlns:a16="http://schemas.microsoft.com/office/drawing/2014/main" id="{243BCF20-84C9-B883-E8D7-EE599CDF8826}"/>
              </a:ext>
            </a:extLst>
          </p:cNvPr>
          <p:cNvSpPr>
            <a:spLocks noGrp="1"/>
          </p:cNvSpPr>
          <p:nvPr>
            <p:ph type="body" sz="quarter" idx="13"/>
          </p:nvPr>
        </p:nvSpPr>
        <p:spPr>
          <a:xfrm>
            <a:off x="334963" y="1015999"/>
            <a:ext cx="11561762" cy="460401"/>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endParaRPr lang="en-GB"/>
          </a:p>
        </p:txBody>
      </p:sp>
      <p:sp>
        <p:nvSpPr>
          <p:cNvPr id="10" name="Text Placeholder 9">
            <a:extLst>
              <a:ext uri="{FF2B5EF4-FFF2-40B4-BE49-F238E27FC236}">
                <a16:creationId xmlns:a16="http://schemas.microsoft.com/office/drawing/2014/main" id="{B7CC1B0F-DE17-FAF2-DB8E-CB8E0B265310}"/>
              </a:ext>
            </a:extLst>
          </p:cNvPr>
          <p:cNvSpPr>
            <a:spLocks noGrp="1"/>
          </p:cNvSpPr>
          <p:nvPr>
            <p:ph type="body" sz="quarter" idx="14"/>
          </p:nvPr>
        </p:nvSpPr>
        <p:spPr>
          <a:xfrm>
            <a:off x="334964" y="1543463"/>
            <a:ext cx="5585546" cy="278575"/>
          </a:xfrm>
          <a:solidFill>
            <a:schemeClr val="accent5"/>
          </a:solidFill>
          <a:ln>
            <a:solidFill>
              <a:schemeClr val="accent1"/>
            </a:solidFill>
          </a:ln>
          <a:effectLst>
            <a:outerShdw blurRad="50800" dist="38100" dir="5400000" algn="t" rotWithShape="0">
              <a:prstClr val="black">
                <a:alpha val="40000"/>
              </a:prstClr>
            </a:outerShdw>
          </a:effectLst>
        </p:spPr>
        <p:txBody>
          <a:bodyPr lIns="72000" tIns="36000" rIns="36000" bIns="36000" anchor="ctr"/>
          <a:lstStyle>
            <a:lvl1pPr>
              <a:defRPr sz="1200" b="1">
                <a:solidFill>
                  <a:schemeClr val="bg1"/>
                </a:solidFill>
                <a:latin typeface="+mn-lt"/>
              </a:defRPr>
            </a:lvl1pPr>
            <a:lvl2pPr>
              <a:defRPr sz="1200" b="1">
                <a:solidFill>
                  <a:schemeClr val="bg1"/>
                </a:solidFill>
                <a:latin typeface="+mn-lt"/>
              </a:defRPr>
            </a:lvl2pPr>
            <a:lvl3pPr>
              <a:defRPr sz="1200" b="1">
                <a:solidFill>
                  <a:schemeClr val="bg1"/>
                </a:solidFill>
                <a:latin typeface="+mn-lt"/>
              </a:defRPr>
            </a:lvl3pPr>
            <a:lvl4pPr>
              <a:defRPr sz="1200" b="1">
                <a:solidFill>
                  <a:schemeClr val="bg1"/>
                </a:solidFill>
                <a:latin typeface="+mn-lt"/>
              </a:defRPr>
            </a:lvl4pPr>
            <a:lvl5pPr>
              <a:defRPr sz="1200" b="1">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 name="Text Placeholder 9">
            <a:extLst>
              <a:ext uri="{FF2B5EF4-FFF2-40B4-BE49-F238E27FC236}">
                <a16:creationId xmlns:a16="http://schemas.microsoft.com/office/drawing/2014/main" id="{9BF8D3B4-CB91-922F-5FED-CB68B7777649}"/>
              </a:ext>
            </a:extLst>
          </p:cNvPr>
          <p:cNvSpPr>
            <a:spLocks noGrp="1"/>
          </p:cNvSpPr>
          <p:nvPr>
            <p:ph type="body" sz="quarter" idx="15"/>
          </p:nvPr>
        </p:nvSpPr>
        <p:spPr>
          <a:xfrm>
            <a:off x="6306416" y="1543463"/>
            <a:ext cx="5585546" cy="278575"/>
          </a:xfrm>
          <a:solidFill>
            <a:schemeClr val="accent5"/>
          </a:solidFill>
          <a:ln>
            <a:solidFill>
              <a:schemeClr val="accent1"/>
            </a:solidFill>
          </a:ln>
          <a:effectLst>
            <a:outerShdw blurRad="50800" dist="38100" dir="5400000" algn="t" rotWithShape="0">
              <a:prstClr val="black">
                <a:alpha val="40000"/>
              </a:prstClr>
            </a:outerShdw>
          </a:effectLst>
        </p:spPr>
        <p:txBody>
          <a:bodyPr lIns="72000" tIns="36000" rIns="36000" bIns="36000" anchor="ctr"/>
          <a:lstStyle>
            <a:lvl1pPr>
              <a:defRPr sz="1200" b="1">
                <a:solidFill>
                  <a:schemeClr val="bg1"/>
                </a:solidFill>
                <a:latin typeface="+mn-lt"/>
              </a:defRPr>
            </a:lvl1pPr>
            <a:lvl2pPr>
              <a:defRPr sz="1200" b="1">
                <a:solidFill>
                  <a:schemeClr val="bg1"/>
                </a:solidFill>
                <a:latin typeface="+mn-lt"/>
              </a:defRPr>
            </a:lvl2pPr>
            <a:lvl3pPr>
              <a:defRPr sz="1200" b="1">
                <a:solidFill>
                  <a:schemeClr val="bg1"/>
                </a:solidFill>
                <a:latin typeface="+mn-lt"/>
              </a:defRPr>
            </a:lvl3pPr>
            <a:lvl4pPr>
              <a:defRPr sz="1200" b="1">
                <a:solidFill>
                  <a:schemeClr val="bg1"/>
                </a:solidFill>
                <a:latin typeface="+mn-lt"/>
              </a:defRPr>
            </a:lvl4pPr>
            <a:lvl5pPr>
              <a:defRPr sz="1200" b="1">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2" name="Text Placeholder 9">
            <a:extLst>
              <a:ext uri="{FF2B5EF4-FFF2-40B4-BE49-F238E27FC236}">
                <a16:creationId xmlns:a16="http://schemas.microsoft.com/office/drawing/2014/main" id="{4619D25F-2499-04C9-7792-7CF94E084FA1}"/>
              </a:ext>
            </a:extLst>
          </p:cNvPr>
          <p:cNvSpPr>
            <a:spLocks noGrp="1"/>
          </p:cNvSpPr>
          <p:nvPr>
            <p:ph type="body" sz="quarter" idx="16"/>
          </p:nvPr>
        </p:nvSpPr>
        <p:spPr>
          <a:xfrm>
            <a:off x="340448" y="3847074"/>
            <a:ext cx="5585546" cy="278575"/>
          </a:xfrm>
          <a:solidFill>
            <a:schemeClr val="accent5"/>
          </a:solidFill>
          <a:ln>
            <a:solidFill>
              <a:schemeClr val="accent1"/>
            </a:solidFill>
          </a:ln>
          <a:effectLst>
            <a:outerShdw blurRad="50800" dist="38100" dir="5400000" algn="t" rotWithShape="0">
              <a:prstClr val="black">
                <a:alpha val="40000"/>
              </a:prstClr>
            </a:outerShdw>
          </a:effectLst>
        </p:spPr>
        <p:txBody>
          <a:bodyPr lIns="72000" tIns="36000" rIns="36000" bIns="36000" anchor="ctr"/>
          <a:lstStyle>
            <a:lvl1pPr>
              <a:defRPr sz="1200" b="1">
                <a:solidFill>
                  <a:schemeClr val="bg1"/>
                </a:solidFill>
                <a:latin typeface="+mn-lt"/>
              </a:defRPr>
            </a:lvl1pPr>
            <a:lvl2pPr>
              <a:defRPr sz="1200" b="1">
                <a:solidFill>
                  <a:schemeClr val="bg1"/>
                </a:solidFill>
                <a:latin typeface="+mn-lt"/>
              </a:defRPr>
            </a:lvl2pPr>
            <a:lvl3pPr>
              <a:defRPr sz="1200" b="1">
                <a:solidFill>
                  <a:schemeClr val="bg1"/>
                </a:solidFill>
                <a:latin typeface="+mn-lt"/>
              </a:defRPr>
            </a:lvl3pPr>
            <a:lvl4pPr>
              <a:defRPr sz="1200" b="1">
                <a:solidFill>
                  <a:schemeClr val="bg1"/>
                </a:solidFill>
                <a:latin typeface="+mn-lt"/>
              </a:defRPr>
            </a:lvl4pPr>
            <a:lvl5pPr>
              <a:defRPr sz="1200" b="1">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9">
            <a:extLst>
              <a:ext uri="{FF2B5EF4-FFF2-40B4-BE49-F238E27FC236}">
                <a16:creationId xmlns:a16="http://schemas.microsoft.com/office/drawing/2014/main" id="{7AB799BB-110F-1BFA-5CB0-9F1D0BE4169B}"/>
              </a:ext>
            </a:extLst>
          </p:cNvPr>
          <p:cNvSpPr>
            <a:spLocks noGrp="1"/>
          </p:cNvSpPr>
          <p:nvPr>
            <p:ph type="body" sz="quarter" idx="17"/>
          </p:nvPr>
        </p:nvSpPr>
        <p:spPr>
          <a:xfrm>
            <a:off x="6311900" y="3847074"/>
            <a:ext cx="5585546" cy="278575"/>
          </a:xfrm>
          <a:solidFill>
            <a:schemeClr val="accent5"/>
          </a:solidFill>
          <a:ln>
            <a:solidFill>
              <a:schemeClr val="accent1"/>
            </a:solidFill>
          </a:ln>
          <a:effectLst>
            <a:outerShdw blurRad="50800" dist="38100" dir="5400000" algn="t" rotWithShape="0">
              <a:prstClr val="black">
                <a:alpha val="40000"/>
              </a:prstClr>
            </a:outerShdw>
          </a:effectLst>
        </p:spPr>
        <p:txBody>
          <a:bodyPr lIns="72000" tIns="36000" rIns="36000" bIns="36000" anchor="ctr"/>
          <a:lstStyle>
            <a:lvl1pPr>
              <a:defRPr sz="1200" b="1">
                <a:solidFill>
                  <a:schemeClr val="bg1"/>
                </a:solidFill>
                <a:latin typeface="+mn-lt"/>
              </a:defRPr>
            </a:lvl1pPr>
            <a:lvl2pPr>
              <a:defRPr sz="1200" b="1">
                <a:solidFill>
                  <a:schemeClr val="bg1"/>
                </a:solidFill>
                <a:latin typeface="+mn-lt"/>
              </a:defRPr>
            </a:lvl2pPr>
            <a:lvl3pPr>
              <a:defRPr sz="1200" b="1">
                <a:solidFill>
                  <a:schemeClr val="bg1"/>
                </a:solidFill>
                <a:latin typeface="+mn-lt"/>
              </a:defRPr>
            </a:lvl3pPr>
            <a:lvl4pPr>
              <a:defRPr sz="1200" b="1">
                <a:solidFill>
                  <a:schemeClr val="bg1"/>
                </a:solidFill>
                <a:latin typeface="+mn-lt"/>
              </a:defRPr>
            </a:lvl4pPr>
            <a:lvl5pPr>
              <a:defRPr sz="1200" b="1">
                <a:solidFill>
                  <a:schemeClr val="bg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5" name="Text Placeholder 14">
            <a:extLst>
              <a:ext uri="{FF2B5EF4-FFF2-40B4-BE49-F238E27FC236}">
                <a16:creationId xmlns:a16="http://schemas.microsoft.com/office/drawing/2014/main" id="{621E4B4C-4FAA-1653-6FD8-611F84978A28}"/>
              </a:ext>
            </a:extLst>
          </p:cNvPr>
          <p:cNvSpPr>
            <a:spLocks noGrp="1"/>
          </p:cNvSpPr>
          <p:nvPr>
            <p:ph type="body" sz="quarter" idx="18"/>
          </p:nvPr>
        </p:nvSpPr>
        <p:spPr>
          <a:xfrm>
            <a:off x="334963" y="1886512"/>
            <a:ext cx="5581650" cy="1903413"/>
          </a:xfrm>
        </p:spPr>
        <p:txBody>
          <a:bodyPr lIns="36000" tIns="36000" rIns="36000" bIns="36000"/>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6" name="Text Placeholder 14">
            <a:extLst>
              <a:ext uri="{FF2B5EF4-FFF2-40B4-BE49-F238E27FC236}">
                <a16:creationId xmlns:a16="http://schemas.microsoft.com/office/drawing/2014/main" id="{DE478593-3F65-47AF-33CC-1DC80B2A6319}"/>
              </a:ext>
            </a:extLst>
          </p:cNvPr>
          <p:cNvSpPr>
            <a:spLocks noGrp="1"/>
          </p:cNvSpPr>
          <p:nvPr>
            <p:ph type="body" sz="quarter" idx="19"/>
          </p:nvPr>
        </p:nvSpPr>
        <p:spPr>
          <a:xfrm>
            <a:off x="6321136" y="1886512"/>
            <a:ext cx="5581650" cy="1903413"/>
          </a:xfrm>
        </p:spPr>
        <p:txBody>
          <a:bodyPr lIns="36000" tIns="36000" rIns="36000" bIns="36000"/>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7" name="Text Placeholder 14">
            <a:extLst>
              <a:ext uri="{FF2B5EF4-FFF2-40B4-BE49-F238E27FC236}">
                <a16:creationId xmlns:a16="http://schemas.microsoft.com/office/drawing/2014/main" id="{6BC5E01A-647F-8A0E-DE18-74A90700550E}"/>
              </a:ext>
            </a:extLst>
          </p:cNvPr>
          <p:cNvSpPr>
            <a:spLocks noGrp="1"/>
          </p:cNvSpPr>
          <p:nvPr>
            <p:ph type="body" sz="quarter" idx="20"/>
          </p:nvPr>
        </p:nvSpPr>
        <p:spPr>
          <a:xfrm>
            <a:off x="335108" y="4193891"/>
            <a:ext cx="5581650" cy="1903413"/>
          </a:xfrm>
        </p:spPr>
        <p:txBody>
          <a:bodyPr lIns="36000" tIns="36000" rIns="36000" bIns="36000"/>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8" name="Text Placeholder 14">
            <a:extLst>
              <a:ext uri="{FF2B5EF4-FFF2-40B4-BE49-F238E27FC236}">
                <a16:creationId xmlns:a16="http://schemas.microsoft.com/office/drawing/2014/main" id="{EA3F01C9-FA8A-13B3-37EE-0364CD43356E}"/>
              </a:ext>
            </a:extLst>
          </p:cNvPr>
          <p:cNvSpPr>
            <a:spLocks noGrp="1"/>
          </p:cNvSpPr>
          <p:nvPr>
            <p:ph type="body" sz="quarter" idx="21"/>
          </p:nvPr>
        </p:nvSpPr>
        <p:spPr>
          <a:xfrm>
            <a:off x="6321137" y="4193891"/>
            <a:ext cx="5581650" cy="1903413"/>
          </a:xfrm>
        </p:spPr>
        <p:txBody>
          <a:bodyPr lIns="36000" tIns="36000" rIns="36000" bIns="36000"/>
          <a:lstStyle>
            <a:lvl1pPr>
              <a:defRPr sz="1000">
                <a:latin typeface="+mn-lt"/>
              </a:defRPr>
            </a:lvl1pPr>
            <a:lvl2pPr>
              <a:defRPr sz="1000">
                <a:latin typeface="+mn-lt"/>
              </a:defRPr>
            </a:lvl2pPr>
            <a:lvl3pPr>
              <a:defRPr sz="1000">
                <a:latin typeface="+mn-lt"/>
              </a:defRPr>
            </a:lvl3pPr>
            <a:lvl4pPr>
              <a:defRPr sz="1000">
                <a:latin typeface="+mn-lt"/>
              </a:defRPr>
            </a:lvl4pPr>
            <a:lvl5pPr>
              <a:defRPr sz="10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2764740136"/>
      </p:ext>
    </p:extLst>
  </p:cSld>
  <p:clrMapOvr>
    <a:masterClrMapping/>
  </p:clrMapOvr>
  <p:transition>
    <p:fade/>
  </p:transition>
  <p:extLst>
    <p:ext uri="{DCECCB84-F9BA-43D5-87BE-67443E8EF086}">
      <p15:sldGuideLst xmlns:p15="http://schemas.microsoft.com/office/powerpoint/2012/main">
        <p15:guide id="1" orient="horz" pos="4065">
          <p15:clr>
            <a:srgbClr val="FBAE40"/>
          </p15:clr>
        </p15:guide>
        <p15:guide id="2" pos="211">
          <p15:clr>
            <a:srgbClr val="FBAE40"/>
          </p15:clr>
        </p15:guide>
        <p15:guide id="3" pos="7491">
          <p15:clr>
            <a:srgbClr val="FBAE40"/>
          </p15:clr>
        </p15:guide>
        <p15:guide id="4" orient="horz" pos="640">
          <p15:clr>
            <a:srgbClr val="FBAE40"/>
          </p15:clr>
        </p15:guide>
        <p15:guide id="5" orient="horz" pos="232">
          <p15:clr>
            <a:srgbClr val="FBAE40"/>
          </p15:clr>
        </p15:guide>
        <p15:guide id="6" orient="horz" pos="935">
          <p15:clr>
            <a:srgbClr val="FBAE40"/>
          </p15:clr>
        </p15:guide>
        <p15:guide id="7" orient="horz" pos="1139">
          <p15:clr>
            <a:srgbClr val="FBAE40"/>
          </p15:clr>
        </p15:guide>
        <p15:guide id="8" pos="3727">
          <p15:clr>
            <a:srgbClr val="FBAE40"/>
          </p15:clr>
        </p15:guide>
        <p15:guide id="9" pos="3976">
          <p15:clr>
            <a:srgbClr val="FBAE40"/>
          </p15:clr>
        </p15:guide>
        <p15:guide id="10" orient="horz" pos="259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VER_A">
    <p:spTree>
      <p:nvGrpSpPr>
        <p:cNvPr id="1" name=""/>
        <p:cNvGrpSpPr/>
        <p:nvPr/>
      </p:nvGrpSpPr>
      <p:grpSpPr>
        <a:xfrm>
          <a:off x="0" y="0"/>
          <a:ext cx="0" cy="0"/>
          <a:chOff x="0" y="0"/>
          <a:chExt cx="0" cy="0"/>
        </a:xfrm>
      </p:grpSpPr>
      <p:sp>
        <p:nvSpPr>
          <p:cNvPr id="11" name="Τίτλος 1"/>
          <p:cNvSpPr>
            <a:spLocks noGrp="1"/>
          </p:cNvSpPr>
          <p:nvPr>
            <p:ph type="title" hasCustomPrompt="1"/>
          </p:nvPr>
        </p:nvSpPr>
        <p:spPr>
          <a:xfrm>
            <a:off x="466928" y="227627"/>
            <a:ext cx="3006061" cy="369332"/>
          </a:xfrm>
        </p:spPr>
        <p:txBody>
          <a:bodyPr anchor="t" anchorCtr="0">
            <a:spAutoFit/>
          </a:bodyPr>
          <a:lstStyle>
            <a:lvl1pPr algn="l">
              <a:defRPr sz="2000" baseline="0">
                <a:solidFill>
                  <a:schemeClr val="tx1"/>
                </a:solidFill>
                <a:latin typeface="Verdana" panose="020B0604030504040204" pitchFamily="34" charset="0"/>
                <a:ea typeface="Verdana" panose="020B0604030504040204" pitchFamily="34" charset="0"/>
              </a:defRPr>
            </a:lvl1pPr>
          </a:lstStyle>
          <a:p>
            <a:r>
              <a:rPr lang="en-US"/>
              <a:t>Presentation Title</a:t>
            </a:r>
          </a:p>
        </p:txBody>
      </p:sp>
      <p:sp>
        <p:nvSpPr>
          <p:cNvPr id="12" name="Θέση κειμένου 13"/>
          <p:cNvSpPr>
            <a:spLocks noGrp="1"/>
          </p:cNvSpPr>
          <p:nvPr>
            <p:ph type="body" sz="quarter" idx="11" hasCustomPrompt="1"/>
          </p:nvPr>
        </p:nvSpPr>
        <p:spPr>
          <a:xfrm>
            <a:off x="466927" y="756338"/>
            <a:ext cx="1213795" cy="300082"/>
          </a:xfrm>
        </p:spPr>
        <p:txBody>
          <a:bodyPr wrap="square">
            <a:spAutoFit/>
          </a:bodyPr>
          <a:lstStyle>
            <a:lvl1pPr marL="0" indent="0" algn="l">
              <a:buNone/>
              <a:defRPr sz="1500" b="0">
                <a:solidFill>
                  <a:schemeClr val="tx1"/>
                </a:solidFill>
              </a:defRPr>
            </a:lvl1pPr>
          </a:lstStyle>
          <a:p>
            <a:pPr lvl="0"/>
            <a:r>
              <a:rPr lang="en-US"/>
              <a:t>DD/MM/YY</a:t>
            </a:r>
          </a:p>
        </p:txBody>
      </p:sp>
      <p:pic>
        <p:nvPicPr>
          <p:cNvPr id="4" name="Picture 3">
            <a:extLst>
              <a:ext uri="{FF2B5EF4-FFF2-40B4-BE49-F238E27FC236}">
                <a16:creationId xmlns:a16="http://schemas.microsoft.com/office/drawing/2014/main" id="{E2FF7F92-DB33-9100-AEF5-DA0B7A7B932A}"/>
              </a:ext>
            </a:extLst>
          </p:cNvPr>
          <p:cNvPicPr>
            <a:picLocks noChangeAspect="1"/>
          </p:cNvPicPr>
          <p:nvPr userDrawn="1"/>
        </p:nvPicPr>
        <p:blipFill>
          <a:blip r:embed="rId2"/>
          <a:stretch>
            <a:fillRect/>
          </a:stretch>
        </p:blipFill>
        <p:spPr>
          <a:xfrm>
            <a:off x="4516001" y="2505810"/>
            <a:ext cx="7090505" cy="2227383"/>
          </a:xfrm>
          <a:prstGeom prst="rect">
            <a:avLst/>
          </a:prstGeom>
        </p:spPr>
      </p:pic>
    </p:spTree>
    <p:extLst>
      <p:ext uri="{BB962C8B-B14F-4D97-AF65-F5344CB8AC3E}">
        <p14:creationId xmlns:p14="http://schemas.microsoft.com/office/powerpoint/2010/main" val="2159680695"/>
      </p:ext>
    </p:extLst>
  </p:cSld>
  <p:clrMapOvr>
    <a:masterClrMapping/>
  </p:clrMapOvr>
  <p:extLst>
    <p:ext uri="{DCECCB84-F9BA-43D5-87BE-67443E8EF086}">
      <p15:sldGuideLst xmlns:p15="http://schemas.microsoft.com/office/powerpoint/2012/main">
        <p15:guide id="1" orient="horz" pos="228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_B">
    <p:spTree>
      <p:nvGrpSpPr>
        <p:cNvPr id="1" name=""/>
        <p:cNvGrpSpPr/>
        <p:nvPr/>
      </p:nvGrpSpPr>
      <p:grpSpPr>
        <a:xfrm>
          <a:off x="0" y="0"/>
          <a:ext cx="0" cy="0"/>
          <a:chOff x="0" y="0"/>
          <a:chExt cx="0" cy="0"/>
        </a:xfrm>
      </p:grpSpPr>
      <p:sp>
        <p:nvSpPr>
          <p:cNvPr id="5" name="Τίτλος 1"/>
          <p:cNvSpPr>
            <a:spLocks noGrp="1"/>
          </p:cNvSpPr>
          <p:nvPr>
            <p:ph type="title" hasCustomPrompt="1"/>
          </p:nvPr>
        </p:nvSpPr>
        <p:spPr>
          <a:xfrm>
            <a:off x="466928" y="227627"/>
            <a:ext cx="3006061" cy="369332"/>
          </a:xfrm>
        </p:spPr>
        <p:txBody>
          <a:bodyPr anchor="t" anchorCtr="0">
            <a:spAutoFit/>
          </a:bodyPr>
          <a:lstStyle>
            <a:lvl1pPr algn="l">
              <a:defRPr sz="2000" baseline="0">
                <a:solidFill>
                  <a:schemeClr val="tx1"/>
                </a:solidFill>
                <a:latin typeface="Verdana" panose="020B0604030504040204" pitchFamily="34" charset="0"/>
                <a:ea typeface="Verdana" panose="020B0604030504040204" pitchFamily="34" charset="0"/>
              </a:defRPr>
            </a:lvl1pPr>
          </a:lstStyle>
          <a:p>
            <a:r>
              <a:rPr lang="en-US"/>
              <a:t>Presentation Title</a:t>
            </a:r>
          </a:p>
        </p:txBody>
      </p:sp>
      <p:sp>
        <p:nvSpPr>
          <p:cNvPr id="6" name="Θέση κειμένου 13"/>
          <p:cNvSpPr>
            <a:spLocks noGrp="1"/>
          </p:cNvSpPr>
          <p:nvPr>
            <p:ph type="body" sz="quarter" idx="11" hasCustomPrompt="1"/>
          </p:nvPr>
        </p:nvSpPr>
        <p:spPr>
          <a:xfrm>
            <a:off x="466927" y="756338"/>
            <a:ext cx="1213795" cy="300082"/>
          </a:xfrm>
        </p:spPr>
        <p:txBody>
          <a:bodyPr wrap="square">
            <a:spAutoFit/>
          </a:bodyPr>
          <a:lstStyle>
            <a:lvl1pPr marL="0" indent="0" algn="l">
              <a:buNone/>
              <a:defRPr sz="1500" b="0">
                <a:solidFill>
                  <a:schemeClr val="tx1"/>
                </a:solidFill>
              </a:defRPr>
            </a:lvl1pPr>
          </a:lstStyle>
          <a:p>
            <a:pPr lvl="0"/>
            <a:r>
              <a:rPr lang="en-US"/>
              <a:t>DD/MM/YY</a:t>
            </a:r>
          </a:p>
        </p:txBody>
      </p:sp>
    </p:spTree>
    <p:extLst>
      <p:ext uri="{BB962C8B-B14F-4D97-AF65-F5344CB8AC3E}">
        <p14:creationId xmlns:p14="http://schemas.microsoft.com/office/powerpoint/2010/main" val="2863069391"/>
      </p:ext>
    </p:extLst>
  </p:cSld>
  <p:clrMapOvr>
    <a:masterClrMapping/>
  </p:clrMapOvr>
  <p:extLst>
    <p:ext uri="{DCECCB84-F9BA-43D5-87BE-67443E8EF086}">
      <p15:sldGuideLst xmlns:p15="http://schemas.microsoft.com/office/powerpoint/2012/main">
        <p15:guide id="1" orient="horz" pos="228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S_PAGE_WITH_BULLETS_A">
    <p:spTree>
      <p:nvGrpSpPr>
        <p:cNvPr id="1" name=""/>
        <p:cNvGrpSpPr/>
        <p:nvPr/>
      </p:nvGrpSpPr>
      <p:grpSpPr>
        <a:xfrm>
          <a:off x="0" y="0"/>
          <a:ext cx="0" cy="0"/>
          <a:chOff x="0" y="0"/>
          <a:chExt cx="0" cy="0"/>
        </a:xfrm>
      </p:grpSpPr>
      <p:sp>
        <p:nvSpPr>
          <p:cNvPr id="7"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Contents</a:t>
            </a:r>
          </a:p>
        </p:txBody>
      </p:sp>
      <p:sp>
        <p:nvSpPr>
          <p:cNvPr id="9" name="Θέση κειμένου 12"/>
          <p:cNvSpPr>
            <a:spLocks noGrp="1"/>
          </p:cNvSpPr>
          <p:nvPr>
            <p:ph type="body" sz="quarter" idx="10" hasCustomPrompt="1"/>
          </p:nvPr>
        </p:nvSpPr>
        <p:spPr>
          <a:xfrm>
            <a:off x="476653" y="2019721"/>
            <a:ext cx="5619347" cy="391885"/>
          </a:xfrm>
        </p:spPr>
        <p:txBody>
          <a:bodyPr>
            <a:normAutofit/>
          </a:bodyPr>
          <a:lstStyle>
            <a:lvl1pPr marL="342900" indent="-342900" algn="l">
              <a:buFont typeface="Arial" panose="020B0604020202020204" pitchFamily="34" charset="0"/>
              <a:buChar char="•"/>
              <a:defRPr sz="2000" baseline="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A</a:t>
            </a:r>
          </a:p>
        </p:txBody>
      </p:sp>
      <p:sp>
        <p:nvSpPr>
          <p:cNvPr id="15" name="Θέση κειμένου 12"/>
          <p:cNvSpPr>
            <a:spLocks noGrp="1"/>
          </p:cNvSpPr>
          <p:nvPr>
            <p:ph type="body" sz="quarter" idx="11" hasCustomPrompt="1"/>
          </p:nvPr>
        </p:nvSpPr>
        <p:spPr>
          <a:xfrm>
            <a:off x="476653" y="2481255"/>
            <a:ext cx="5619347" cy="369332"/>
          </a:xfrm>
        </p:spPr>
        <p:txBody>
          <a:bodyPr>
            <a:spAutoFit/>
          </a:bodyPr>
          <a:lstStyle>
            <a:lvl1pPr marL="342900" indent="-342900" algn="l">
              <a:buFont typeface="Arial" panose="020B0604020202020204" pitchFamily="34" charset="0"/>
              <a:buChar char="•"/>
              <a:defRPr sz="2000" baseline="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B</a:t>
            </a:r>
          </a:p>
        </p:txBody>
      </p:sp>
      <p:sp>
        <p:nvSpPr>
          <p:cNvPr id="16" name="Θέση κειμένου 12"/>
          <p:cNvSpPr>
            <a:spLocks noGrp="1"/>
          </p:cNvSpPr>
          <p:nvPr>
            <p:ph type="body" sz="quarter" idx="12" hasCustomPrompt="1"/>
          </p:nvPr>
        </p:nvSpPr>
        <p:spPr>
          <a:xfrm>
            <a:off x="476655" y="2955127"/>
            <a:ext cx="5619343" cy="369332"/>
          </a:xfrm>
        </p:spPr>
        <p:txBody>
          <a:bodyPr>
            <a:spAutoFit/>
          </a:bodyPr>
          <a:lstStyle>
            <a:lvl1pPr marL="342900" indent="-342900" algn="l">
              <a:buFont typeface="Arial" panose="020B0604020202020204" pitchFamily="34" charset="0"/>
              <a:buChar char="•"/>
              <a:defRPr sz="2000" baseline="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C</a:t>
            </a:r>
          </a:p>
        </p:txBody>
      </p:sp>
      <p:sp>
        <p:nvSpPr>
          <p:cNvPr id="17" name="Θέση κειμένου 12"/>
          <p:cNvSpPr>
            <a:spLocks noGrp="1"/>
          </p:cNvSpPr>
          <p:nvPr>
            <p:ph type="body" sz="quarter" idx="13" hasCustomPrompt="1"/>
          </p:nvPr>
        </p:nvSpPr>
        <p:spPr>
          <a:xfrm>
            <a:off x="476654" y="3429363"/>
            <a:ext cx="5619343" cy="369332"/>
          </a:xfrm>
        </p:spPr>
        <p:txBody>
          <a:bodyPr>
            <a:spAutoFit/>
          </a:bodyPr>
          <a:lstStyle>
            <a:lvl1pPr marL="342900" indent="-342900" algn="l">
              <a:buFont typeface="Arial" panose="020B0604020202020204" pitchFamily="34" charset="0"/>
              <a:buChar char="•"/>
              <a:defRPr sz="2000" baseline="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D</a:t>
            </a:r>
          </a:p>
        </p:txBody>
      </p:sp>
      <p:pic>
        <p:nvPicPr>
          <p:cNvPr id="3" name="Picture 2">
            <a:extLst>
              <a:ext uri="{FF2B5EF4-FFF2-40B4-BE49-F238E27FC236}">
                <a16:creationId xmlns:a16="http://schemas.microsoft.com/office/drawing/2014/main" id="{FC52FCA5-6756-4C6C-8AB2-3E1F1D9B1FB5}"/>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32875784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S_PAGE_WITH_BULLETS_B">
    <p:spTree>
      <p:nvGrpSpPr>
        <p:cNvPr id="1" name=""/>
        <p:cNvGrpSpPr/>
        <p:nvPr/>
      </p:nvGrpSpPr>
      <p:grpSpPr>
        <a:xfrm>
          <a:off x="0" y="0"/>
          <a:ext cx="0" cy="0"/>
          <a:chOff x="0" y="0"/>
          <a:chExt cx="0" cy="0"/>
        </a:xfrm>
      </p:grpSpPr>
      <p:sp>
        <p:nvSpPr>
          <p:cNvPr id="7"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Contents</a:t>
            </a:r>
          </a:p>
        </p:txBody>
      </p:sp>
      <p:sp>
        <p:nvSpPr>
          <p:cNvPr id="9" name="Θέση κειμένου 12"/>
          <p:cNvSpPr>
            <a:spLocks noGrp="1"/>
          </p:cNvSpPr>
          <p:nvPr>
            <p:ph type="body" sz="quarter" idx="10" hasCustomPrompt="1"/>
          </p:nvPr>
        </p:nvSpPr>
        <p:spPr>
          <a:xfrm>
            <a:off x="476653" y="2019719"/>
            <a:ext cx="5619347" cy="369332"/>
          </a:xfrm>
        </p:spPr>
        <p:txBody>
          <a:bodyPr>
            <a:spAutoFit/>
          </a:bodyPr>
          <a:lstStyle>
            <a:lvl1pPr marL="342900" indent="-342900" algn="l">
              <a:buFont typeface="Arial" panose="020B0604020202020204" pitchFamily="34" charset="0"/>
              <a:buChar char="•"/>
              <a:defRPr sz="2000" baseline="0">
                <a:solidFill>
                  <a:schemeClr val="bg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A</a:t>
            </a:r>
          </a:p>
        </p:txBody>
      </p:sp>
      <p:sp>
        <p:nvSpPr>
          <p:cNvPr id="15" name="Θέση κειμένου 12"/>
          <p:cNvSpPr>
            <a:spLocks noGrp="1"/>
          </p:cNvSpPr>
          <p:nvPr>
            <p:ph type="body" sz="quarter" idx="11" hasCustomPrompt="1"/>
          </p:nvPr>
        </p:nvSpPr>
        <p:spPr>
          <a:xfrm>
            <a:off x="476653" y="2481255"/>
            <a:ext cx="5619347" cy="369332"/>
          </a:xfrm>
        </p:spPr>
        <p:txBody>
          <a:bodyPr>
            <a:spAutoFit/>
          </a:bodyPr>
          <a:lstStyle>
            <a:lvl1pPr marL="342900" indent="-342900" algn="l">
              <a:buFont typeface="Arial" panose="020B0604020202020204" pitchFamily="34" charset="0"/>
              <a:buChar char="•"/>
              <a:defRPr sz="2000" baseline="0">
                <a:solidFill>
                  <a:schemeClr val="bg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B</a:t>
            </a:r>
          </a:p>
        </p:txBody>
      </p:sp>
      <p:sp>
        <p:nvSpPr>
          <p:cNvPr id="16" name="Θέση κειμένου 12"/>
          <p:cNvSpPr>
            <a:spLocks noGrp="1"/>
          </p:cNvSpPr>
          <p:nvPr>
            <p:ph type="body" sz="quarter" idx="12" hasCustomPrompt="1"/>
          </p:nvPr>
        </p:nvSpPr>
        <p:spPr>
          <a:xfrm>
            <a:off x="476655" y="2955127"/>
            <a:ext cx="5619343" cy="369332"/>
          </a:xfrm>
        </p:spPr>
        <p:txBody>
          <a:bodyPr>
            <a:spAutoFit/>
          </a:bodyPr>
          <a:lstStyle>
            <a:lvl1pPr marL="342900" indent="-342900" algn="l">
              <a:buFont typeface="Arial" panose="020B0604020202020204" pitchFamily="34" charset="0"/>
              <a:buChar char="•"/>
              <a:defRPr sz="2000" baseline="0">
                <a:solidFill>
                  <a:schemeClr val="bg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C</a:t>
            </a:r>
          </a:p>
        </p:txBody>
      </p:sp>
      <p:sp>
        <p:nvSpPr>
          <p:cNvPr id="17" name="Θέση κειμένου 12"/>
          <p:cNvSpPr>
            <a:spLocks noGrp="1"/>
          </p:cNvSpPr>
          <p:nvPr>
            <p:ph type="body" sz="quarter" idx="13" hasCustomPrompt="1"/>
          </p:nvPr>
        </p:nvSpPr>
        <p:spPr>
          <a:xfrm>
            <a:off x="476654" y="3429363"/>
            <a:ext cx="5619343" cy="369332"/>
          </a:xfrm>
        </p:spPr>
        <p:txBody>
          <a:bodyPr>
            <a:spAutoFit/>
          </a:bodyPr>
          <a:lstStyle>
            <a:lvl1pPr marL="342900" indent="-342900" algn="l">
              <a:buFont typeface="Arial" panose="020B0604020202020204" pitchFamily="34" charset="0"/>
              <a:buChar char="•"/>
              <a:defRPr sz="2000" baseline="0">
                <a:solidFill>
                  <a:schemeClr val="bg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Subject D</a:t>
            </a:r>
          </a:p>
        </p:txBody>
      </p:sp>
      <p:pic>
        <p:nvPicPr>
          <p:cNvPr id="2" name="Picture 1">
            <a:extLst>
              <a:ext uri="{FF2B5EF4-FFF2-40B4-BE49-F238E27FC236}">
                <a16:creationId xmlns:a16="http://schemas.microsoft.com/office/drawing/2014/main" id="{1BD4750D-9DFD-840A-756B-6FE94BF98CF2}"/>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31855181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WITH_TEXT_A">
    <p:spTree>
      <p:nvGrpSpPr>
        <p:cNvPr id="1" name=""/>
        <p:cNvGrpSpPr/>
        <p:nvPr/>
      </p:nvGrpSpPr>
      <p:grpSpPr>
        <a:xfrm>
          <a:off x="0" y="0"/>
          <a:ext cx="0" cy="0"/>
          <a:chOff x="0" y="0"/>
          <a:chExt cx="0" cy="0"/>
        </a:xfrm>
      </p:grpSpPr>
      <p:sp>
        <p:nvSpPr>
          <p:cNvPr id="7"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sp>
        <p:nvSpPr>
          <p:cNvPr id="6" name="Θέση κειμένου 12"/>
          <p:cNvSpPr>
            <a:spLocks noGrp="1"/>
          </p:cNvSpPr>
          <p:nvPr>
            <p:ph type="body" sz="quarter" idx="10" hasCustomPrompt="1"/>
          </p:nvPr>
        </p:nvSpPr>
        <p:spPr>
          <a:xfrm>
            <a:off x="477841" y="2017060"/>
            <a:ext cx="5619345" cy="3831818"/>
          </a:xfrm>
        </p:spPr>
        <p:txBody>
          <a:bodyPr>
            <a:spAutoFit/>
          </a:bodyPr>
          <a:lstStyle>
            <a:lvl1pPr marL="0" indent="0">
              <a:buNone/>
              <a:defRPr sz="1800" b="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a:t>
            </a:r>
            <a:r>
              <a:rPr lang="en-US" err="1"/>
              <a:t>elementum</a:t>
            </a:r>
            <a:r>
              <a:rPr lang="en-US"/>
              <a:t> </a:t>
            </a:r>
            <a:r>
              <a:rPr lang="en-US" err="1"/>
              <a:t>commodo</a:t>
            </a:r>
            <a:r>
              <a:rPr lang="en-US"/>
              <a:t> </a:t>
            </a:r>
            <a:r>
              <a:rPr lang="en-US" err="1"/>
              <a:t>lectus</a:t>
            </a:r>
            <a:r>
              <a:rPr lang="en-US"/>
              <a:t>, </a:t>
            </a:r>
            <a:r>
              <a:rPr lang="en-US" err="1"/>
              <a:t>quis</a:t>
            </a:r>
            <a:r>
              <a:rPr lang="en-US"/>
              <a:t> </a:t>
            </a:r>
            <a:r>
              <a:rPr lang="en-US" err="1"/>
              <a:t>hendrerit</a:t>
            </a:r>
            <a:r>
              <a:rPr lang="en-US"/>
              <a:t> </a:t>
            </a:r>
            <a:r>
              <a:rPr lang="en-US" err="1"/>
              <a:t>enim</a:t>
            </a:r>
            <a:r>
              <a:rPr lang="en-US"/>
              <a:t> </a:t>
            </a:r>
            <a:r>
              <a:rPr lang="en-US" err="1"/>
              <a:t>ultrices</a:t>
            </a:r>
            <a:r>
              <a:rPr lang="en-US"/>
              <a:t> </a:t>
            </a:r>
            <a:r>
              <a:rPr lang="en-US" err="1"/>
              <a:t>eu</a:t>
            </a:r>
            <a:r>
              <a:rPr lang="en-US"/>
              <a:t>. </a:t>
            </a:r>
            <a:r>
              <a:rPr lang="en-US" err="1"/>
              <a:t>Praesent</a:t>
            </a:r>
            <a:r>
              <a:rPr lang="en-US"/>
              <a:t> </a:t>
            </a:r>
            <a:r>
              <a:rPr lang="en-US" err="1"/>
              <a:t>vestibulum</a:t>
            </a:r>
            <a:r>
              <a:rPr lang="en-US"/>
              <a:t>, </a:t>
            </a:r>
            <a:r>
              <a:rPr lang="en-US" err="1"/>
              <a:t>lectus</a:t>
            </a:r>
            <a:r>
              <a:rPr lang="en-US"/>
              <a:t> </a:t>
            </a:r>
            <a:r>
              <a:rPr lang="en-US" err="1"/>
              <a:t>quis</a:t>
            </a:r>
            <a:r>
              <a:rPr lang="en-US"/>
              <a:t> </a:t>
            </a:r>
            <a:r>
              <a:rPr lang="en-US" err="1"/>
              <a:t>eleifend</a:t>
            </a:r>
            <a:r>
              <a:rPr lang="en-US"/>
              <a:t> </a:t>
            </a:r>
            <a:r>
              <a:rPr lang="en-US" err="1"/>
              <a:t>viverra</a:t>
            </a:r>
            <a:r>
              <a:rPr lang="en-US"/>
              <a:t>, mi </a:t>
            </a:r>
            <a:r>
              <a:rPr lang="en-US" err="1"/>
              <a:t>justo</a:t>
            </a:r>
            <a:r>
              <a:rPr lang="en-US"/>
              <a:t> </a:t>
            </a:r>
            <a:r>
              <a:rPr lang="en-US" err="1"/>
              <a:t>consectetur</a:t>
            </a:r>
            <a:r>
              <a:rPr lang="en-US"/>
              <a:t> </a:t>
            </a:r>
            <a:r>
              <a:rPr lang="en-US" err="1"/>
              <a:t>arcu</a:t>
            </a:r>
            <a:r>
              <a:rPr lang="en-US"/>
              <a:t>, </a:t>
            </a:r>
            <a:r>
              <a:rPr lang="en-US" err="1"/>
              <a:t>quis</a:t>
            </a:r>
            <a:r>
              <a:rPr lang="en-US"/>
              <a:t> </a:t>
            </a:r>
            <a:r>
              <a:rPr lang="en-US" err="1"/>
              <a:t>maximus</a:t>
            </a:r>
            <a:r>
              <a:rPr lang="en-US"/>
              <a:t> </a:t>
            </a:r>
            <a:r>
              <a:rPr lang="en-US" err="1"/>
              <a:t>felis</a:t>
            </a:r>
            <a:r>
              <a:rPr lang="en-US"/>
              <a:t> </a:t>
            </a:r>
            <a:r>
              <a:rPr lang="en-US" err="1"/>
              <a:t>eros</a:t>
            </a:r>
            <a:r>
              <a:rPr lang="en-US"/>
              <a:t> </a:t>
            </a:r>
            <a:r>
              <a:rPr lang="en-US" err="1"/>
              <a:t>nec</a:t>
            </a:r>
            <a:r>
              <a:rPr lang="en-US"/>
              <a:t> lorem. </a:t>
            </a:r>
            <a:r>
              <a:rPr lang="en-US" err="1"/>
              <a:t>Pellentesque</a:t>
            </a:r>
            <a:r>
              <a:rPr lang="en-US"/>
              <a:t> </a:t>
            </a:r>
            <a:r>
              <a:rPr lang="en-US" err="1"/>
              <a:t>efficitur</a:t>
            </a:r>
            <a:r>
              <a:rPr lang="en-US"/>
              <a:t> non </a:t>
            </a:r>
            <a:r>
              <a:rPr lang="en-US" err="1"/>
              <a:t>augue</a:t>
            </a:r>
            <a:r>
              <a:rPr lang="en-US"/>
              <a:t> at </a:t>
            </a:r>
            <a:r>
              <a:rPr lang="en-US" err="1"/>
              <a:t>efficitur</a:t>
            </a:r>
            <a:r>
              <a:rPr lang="en-US"/>
              <a:t>. Maecenas </a:t>
            </a:r>
            <a:r>
              <a:rPr lang="en-US" err="1"/>
              <a:t>fringilla</a:t>
            </a:r>
            <a:r>
              <a:rPr lang="en-US"/>
              <a:t> nisi </a:t>
            </a:r>
            <a:r>
              <a:rPr lang="en-US" err="1"/>
              <a:t>suscipit</a:t>
            </a:r>
            <a:r>
              <a:rPr lang="en-US"/>
              <a:t> </a:t>
            </a:r>
            <a:r>
              <a:rPr lang="en-US" err="1"/>
              <a:t>pulvinar</a:t>
            </a:r>
            <a:r>
              <a:rPr lang="en-US"/>
              <a:t> </a:t>
            </a:r>
            <a:r>
              <a:rPr lang="en-US" err="1"/>
              <a:t>rutrum</a:t>
            </a:r>
            <a:r>
              <a:rPr lang="en-US"/>
              <a:t>. </a:t>
            </a:r>
            <a:r>
              <a:rPr lang="en-US" err="1"/>
              <a:t>Vestibulum</a:t>
            </a:r>
            <a:r>
              <a:rPr lang="en-US"/>
              <a:t> </a:t>
            </a:r>
            <a:r>
              <a:rPr lang="en-US" err="1"/>
              <a:t>vel</a:t>
            </a:r>
            <a:r>
              <a:rPr lang="en-US"/>
              <a:t> </a:t>
            </a:r>
            <a:r>
              <a:rPr lang="en-US" err="1"/>
              <a:t>viverra</a:t>
            </a:r>
            <a:r>
              <a:rPr lang="en-US"/>
              <a:t> libero, id </a:t>
            </a:r>
            <a:r>
              <a:rPr lang="en-US" err="1"/>
              <a:t>vestibulum</a:t>
            </a:r>
            <a:r>
              <a:rPr lang="en-US"/>
              <a:t> ligula. </a:t>
            </a:r>
            <a:r>
              <a:rPr lang="en-US" err="1"/>
              <a:t>Nullam</a:t>
            </a:r>
            <a:r>
              <a:rPr lang="en-US"/>
              <a:t> </a:t>
            </a:r>
            <a:r>
              <a:rPr lang="en-US" err="1"/>
              <a:t>faucibus</a:t>
            </a:r>
            <a:r>
              <a:rPr lang="en-US"/>
              <a:t> </a:t>
            </a:r>
            <a:r>
              <a:rPr lang="en-US" err="1"/>
              <a:t>nunc</a:t>
            </a:r>
            <a:r>
              <a:rPr lang="en-US"/>
              <a:t> </a:t>
            </a:r>
            <a:r>
              <a:rPr lang="en-US" err="1"/>
              <a:t>sed</a:t>
            </a:r>
            <a:r>
              <a:rPr lang="en-US"/>
              <a:t> ligula </a:t>
            </a:r>
            <a:r>
              <a:rPr lang="en-US" err="1"/>
              <a:t>sagittis</a:t>
            </a:r>
            <a:r>
              <a:rPr lang="en-US"/>
              <a:t> </a:t>
            </a:r>
            <a:r>
              <a:rPr lang="en-US" err="1"/>
              <a:t>tincidunt</a:t>
            </a:r>
            <a:r>
              <a:rPr lang="en-US"/>
              <a:t>. </a:t>
            </a:r>
            <a:r>
              <a:rPr lang="en-US" err="1"/>
              <a:t>Cras</a:t>
            </a:r>
            <a:r>
              <a:rPr lang="en-US"/>
              <a:t> ac semper </a:t>
            </a:r>
            <a:r>
              <a:rPr lang="en-US" err="1"/>
              <a:t>est</a:t>
            </a:r>
            <a:r>
              <a:rPr lang="en-US"/>
              <a:t>, </a:t>
            </a:r>
            <a:r>
              <a:rPr lang="en-US" err="1"/>
              <a:t>vel</a:t>
            </a:r>
            <a:r>
              <a:rPr lang="en-US"/>
              <a:t> </a:t>
            </a:r>
            <a:r>
              <a:rPr lang="en-US" err="1"/>
              <a:t>pellentesque</a:t>
            </a:r>
            <a:r>
              <a:rPr lang="en-US"/>
              <a:t> </a:t>
            </a:r>
            <a:r>
              <a:rPr lang="en-US" err="1"/>
              <a:t>velit</a:t>
            </a:r>
            <a:r>
              <a:rPr lang="en-US"/>
              <a:t>. </a:t>
            </a:r>
            <a:r>
              <a:rPr lang="en-US" err="1"/>
              <a:t>Etiam</a:t>
            </a:r>
            <a:r>
              <a:rPr lang="en-US"/>
              <a:t> </a:t>
            </a:r>
            <a:r>
              <a:rPr lang="en-US" err="1"/>
              <a:t>ut</a:t>
            </a:r>
            <a:r>
              <a:rPr lang="en-US"/>
              <a:t> </a:t>
            </a:r>
            <a:r>
              <a:rPr lang="en-US" err="1"/>
              <a:t>ornare</a:t>
            </a:r>
            <a:r>
              <a:rPr lang="en-US"/>
              <a:t> </a:t>
            </a:r>
            <a:r>
              <a:rPr lang="en-US" err="1"/>
              <a:t>enim</a:t>
            </a:r>
            <a:r>
              <a:rPr lang="en-US"/>
              <a:t>, </a:t>
            </a:r>
            <a:r>
              <a:rPr lang="en-US" err="1"/>
              <a:t>quis</a:t>
            </a:r>
            <a:r>
              <a:rPr lang="en-US"/>
              <a:t> porta libero. Maecenas </a:t>
            </a:r>
            <a:r>
              <a:rPr lang="en-US" err="1"/>
              <a:t>vehicula</a:t>
            </a:r>
            <a:r>
              <a:rPr lang="en-US"/>
              <a:t> dictum tempus. </a:t>
            </a:r>
            <a:r>
              <a:rPr lang="en-US" err="1"/>
              <a:t>Donec</a:t>
            </a:r>
            <a:r>
              <a:rPr lang="en-US"/>
              <a:t> </a:t>
            </a:r>
            <a:r>
              <a:rPr lang="en-US" err="1"/>
              <a:t>eget</a:t>
            </a:r>
            <a:r>
              <a:rPr lang="en-US"/>
              <a:t> </a:t>
            </a:r>
            <a:r>
              <a:rPr lang="en-US" err="1"/>
              <a:t>purus</a:t>
            </a:r>
            <a:r>
              <a:rPr lang="en-US"/>
              <a:t> </a:t>
            </a:r>
            <a:r>
              <a:rPr lang="en-US" err="1"/>
              <a:t>eget</a:t>
            </a:r>
            <a:r>
              <a:rPr lang="en-US"/>
              <a:t> ipsum </a:t>
            </a:r>
            <a:r>
              <a:rPr lang="en-US" err="1"/>
              <a:t>luctus</a:t>
            </a:r>
            <a:r>
              <a:rPr lang="en-US"/>
              <a:t> </a:t>
            </a:r>
            <a:r>
              <a:rPr lang="en-US" err="1"/>
              <a:t>sodales</a:t>
            </a:r>
            <a:r>
              <a:rPr lang="en-US"/>
              <a:t>. </a:t>
            </a:r>
            <a:r>
              <a:rPr lang="en-US" err="1"/>
              <a:t>Praesent</a:t>
            </a:r>
            <a:r>
              <a:rPr lang="en-US"/>
              <a:t> </a:t>
            </a:r>
            <a:r>
              <a:rPr lang="en-US" err="1"/>
              <a:t>consequat</a:t>
            </a:r>
            <a:r>
              <a:rPr lang="en-US"/>
              <a:t> </a:t>
            </a:r>
            <a:r>
              <a:rPr lang="en-US" err="1"/>
              <a:t>sem</a:t>
            </a:r>
            <a:r>
              <a:rPr lang="en-US"/>
              <a:t> </a:t>
            </a:r>
            <a:r>
              <a:rPr lang="en-US" err="1"/>
              <a:t>quis</a:t>
            </a:r>
            <a:r>
              <a:rPr lang="en-US"/>
              <a:t> </a:t>
            </a:r>
            <a:r>
              <a:rPr lang="en-US" err="1"/>
              <a:t>elementum</a:t>
            </a:r>
            <a:r>
              <a:rPr lang="en-US"/>
              <a:t> </a:t>
            </a:r>
            <a:r>
              <a:rPr lang="en-US" err="1"/>
              <a:t>molestie</a:t>
            </a:r>
            <a:r>
              <a:rPr lang="en-US"/>
              <a:t>. </a:t>
            </a:r>
          </a:p>
        </p:txBody>
      </p:sp>
      <p:pic>
        <p:nvPicPr>
          <p:cNvPr id="2" name="Picture 1">
            <a:extLst>
              <a:ext uri="{FF2B5EF4-FFF2-40B4-BE49-F238E27FC236}">
                <a16:creationId xmlns:a16="http://schemas.microsoft.com/office/drawing/2014/main" id="{CB1705DD-A96B-B4F1-78EA-3D8701C8D7F9}"/>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18033668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_WITH_TEXT_B">
    <p:spTree>
      <p:nvGrpSpPr>
        <p:cNvPr id="1" name=""/>
        <p:cNvGrpSpPr/>
        <p:nvPr/>
      </p:nvGrpSpPr>
      <p:grpSpPr>
        <a:xfrm>
          <a:off x="0" y="0"/>
          <a:ext cx="0" cy="0"/>
          <a:chOff x="0" y="0"/>
          <a:chExt cx="0" cy="0"/>
        </a:xfrm>
      </p:grpSpPr>
      <p:sp>
        <p:nvSpPr>
          <p:cNvPr id="7" name="Τίτλος 1"/>
          <p:cNvSpPr>
            <a:spLocks noGrp="1"/>
          </p:cNvSpPr>
          <p:nvPr>
            <p:ph type="title" hasCustomPrompt="1"/>
          </p:nvPr>
        </p:nvSpPr>
        <p:spPr>
          <a:xfrm>
            <a:off x="476655" y="473458"/>
            <a:ext cx="8074493" cy="438582"/>
          </a:xfrm>
          <a:noFill/>
        </p:spPr>
        <p:txBody>
          <a:bodyPr>
            <a:spAutoFit/>
          </a:bodyPr>
          <a:lstStyle>
            <a:lvl1pPr>
              <a:defRPr sz="2500">
                <a:solidFill>
                  <a:schemeClr val="tx1"/>
                </a:solidFill>
              </a:defRPr>
            </a:lvl1pPr>
          </a:lstStyle>
          <a:p>
            <a:r>
              <a:rPr lang="en-US"/>
              <a:t>Title</a:t>
            </a:r>
          </a:p>
        </p:txBody>
      </p:sp>
      <p:sp>
        <p:nvSpPr>
          <p:cNvPr id="8" name="Θέση κειμένου 12"/>
          <p:cNvSpPr>
            <a:spLocks noGrp="1"/>
          </p:cNvSpPr>
          <p:nvPr>
            <p:ph type="body" sz="quarter" idx="10" hasCustomPrompt="1"/>
          </p:nvPr>
        </p:nvSpPr>
        <p:spPr>
          <a:xfrm>
            <a:off x="477841" y="2017060"/>
            <a:ext cx="5619345" cy="3831818"/>
          </a:xfrm>
        </p:spPr>
        <p:txBody>
          <a:bodyPr>
            <a:spAutoFit/>
          </a:bodyPr>
          <a:lstStyle>
            <a:lvl1pPr marL="0" indent="0">
              <a:buNone/>
              <a:defRPr sz="1800" b="0">
                <a:solidFill>
                  <a:schemeClr val="bg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a:t>
            </a:r>
            <a:r>
              <a:rPr lang="en-US" err="1"/>
              <a:t>elementum</a:t>
            </a:r>
            <a:r>
              <a:rPr lang="en-US"/>
              <a:t> </a:t>
            </a:r>
            <a:r>
              <a:rPr lang="en-US" err="1"/>
              <a:t>commodo</a:t>
            </a:r>
            <a:r>
              <a:rPr lang="en-US"/>
              <a:t> </a:t>
            </a:r>
            <a:r>
              <a:rPr lang="en-US" err="1"/>
              <a:t>lectus</a:t>
            </a:r>
            <a:r>
              <a:rPr lang="en-US"/>
              <a:t>, </a:t>
            </a:r>
            <a:r>
              <a:rPr lang="en-US" err="1"/>
              <a:t>quis</a:t>
            </a:r>
            <a:r>
              <a:rPr lang="en-US"/>
              <a:t> </a:t>
            </a:r>
            <a:r>
              <a:rPr lang="en-US" err="1"/>
              <a:t>hendrerit</a:t>
            </a:r>
            <a:r>
              <a:rPr lang="en-US"/>
              <a:t> </a:t>
            </a:r>
            <a:r>
              <a:rPr lang="en-US" err="1"/>
              <a:t>enim</a:t>
            </a:r>
            <a:r>
              <a:rPr lang="en-US"/>
              <a:t> </a:t>
            </a:r>
            <a:r>
              <a:rPr lang="en-US" err="1"/>
              <a:t>ultrices</a:t>
            </a:r>
            <a:r>
              <a:rPr lang="en-US"/>
              <a:t> </a:t>
            </a:r>
            <a:r>
              <a:rPr lang="en-US" err="1"/>
              <a:t>eu</a:t>
            </a:r>
            <a:r>
              <a:rPr lang="en-US"/>
              <a:t>. </a:t>
            </a:r>
            <a:r>
              <a:rPr lang="en-US" err="1"/>
              <a:t>Praesent</a:t>
            </a:r>
            <a:r>
              <a:rPr lang="en-US"/>
              <a:t> </a:t>
            </a:r>
            <a:r>
              <a:rPr lang="en-US" err="1"/>
              <a:t>vestibulum</a:t>
            </a:r>
            <a:r>
              <a:rPr lang="en-US"/>
              <a:t>, </a:t>
            </a:r>
            <a:r>
              <a:rPr lang="en-US" err="1"/>
              <a:t>lectus</a:t>
            </a:r>
            <a:r>
              <a:rPr lang="en-US"/>
              <a:t> </a:t>
            </a:r>
            <a:r>
              <a:rPr lang="en-US" err="1"/>
              <a:t>quis</a:t>
            </a:r>
            <a:r>
              <a:rPr lang="en-US"/>
              <a:t> </a:t>
            </a:r>
            <a:r>
              <a:rPr lang="en-US" err="1"/>
              <a:t>eleifend</a:t>
            </a:r>
            <a:r>
              <a:rPr lang="en-US"/>
              <a:t> </a:t>
            </a:r>
            <a:r>
              <a:rPr lang="en-US" err="1"/>
              <a:t>viverra</a:t>
            </a:r>
            <a:r>
              <a:rPr lang="en-US"/>
              <a:t>, mi </a:t>
            </a:r>
            <a:r>
              <a:rPr lang="en-US" err="1"/>
              <a:t>justo</a:t>
            </a:r>
            <a:r>
              <a:rPr lang="en-US"/>
              <a:t> </a:t>
            </a:r>
            <a:r>
              <a:rPr lang="en-US" err="1"/>
              <a:t>consectetur</a:t>
            </a:r>
            <a:r>
              <a:rPr lang="en-US"/>
              <a:t> </a:t>
            </a:r>
            <a:r>
              <a:rPr lang="en-US" err="1"/>
              <a:t>arcu</a:t>
            </a:r>
            <a:r>
              <a:rPr lang="en-US"/>
              <a:t>, </a:t>
            </a:r>
            <a:r>
              <a:rPr lang="en-US" err="1"/>
              <a:t>quis</a:t>
            </a:r>
            <a:r>
              <a:rPr lang="en-US"/>
              <a:t> </a:t>
            </a:r>
            <a:r>
              <a:rPr lang="en-US" err="1"/>
              <a:t>maximus</a:t>
            </a:r>
            <a:r>
              <a:rPr lang="en-US"/>
              <a:t> </a:t>
            </a:r>
            <a:r>
              <a:rPr lang="en-US" err="1"/>
              <a:t>felis</a:t>
            </a:r>
            <a:r>
              <a:rPr lang="en-US"/>
              <a:t> </a:t>
            </a:r>
            <a:r>
              <a:rPr lang="en-US" err="1"/>
              <a:t>eros</a:t>
            </a:r>
            <a:r>
              <a:rPr lang="en-US"/>
              <a:t> </a:t>
            </a:r>
            <a:r>
              <a:rPr lang="en-US" err="1"/>
              <a:t>nec</a:t>
            </a:r>
            <a:r>
              <a:rPr lang="en-US"/>
              <a:t> lorem. </a:t>
            </a:r>
            <a:r>
              <a:rPr lang="en-US" err="1"/>
              <a:t>Pellentesque</a:t>
            </a:r>
            <a:r>
              <a:rPr lang="en-US"/>
              <a:t> </a:t>
            </a:r>
            <a:r>
              <a:rPr lang="en-US" err="1"/>
              <a:t>efficitur</a:t>
            </a:r>
            <a:r>
              <a:rPr lang="en-US"/>
              <a:t> non </a:t>
            </a:r>
            <a:r>
              <a:rPr lang="en-US" err="1"/>
              <a:t>augue</a:t>
            </a:r>
            <a:r>
              <a:rPr lang="en-US"/>
              <a:t> at </a:t>
            </a:r>
            <a:r>
              <a:rPr lang="en-US" err="1"/>
              <a:t>efficitur</a:t>
            </a:r>
            <a:r>
              <a:rPr lang="en-US"/>
              <a:t>. Maecenas </a:t>
            </a:r>
            <a:r>
              <a:rPr lang="en-US" err="1"/>
              <a:t>fringilla</a:t>
            </a:r>
            <a:r>
              <a:rPr lang="en-US"/>
              <a:t> nisi </a:t>
            </a:r>
            <a:r>
              <a:rPr lang="en-US" err="1"/>
              <a:t>suscipit</a:t>
            </a:r>
            <a:r>
              <a:rPr lang="en-US"/>
              <a:t> </a:t>
            </a:r>
            <a:r>
              <a:rPr lang="en-US" err="1"/>
              <a:t>pulvinar</a:t>
            </a:r>
            <a:r>
              <a:rPr lang="en-US"/>
              <a:t> </a:t>
            </a:r>
            <a:r>
              <a:rPr lang="en-US" err="1"/>
              <a:t>rutrum</a:t>
            </a:r>
            <a:r>
              <a:rPr lang="en-US"/>
              <a:t>. </a:t>
            </a:r>
            <a:r>
              <a:rPr lang="en-US" err="1"/>
              <a:t>Vestibulum</a:t>
            </a:r>
            <a:r>
              <a:rPr lang="en-US"/>
              <a:t> </a:t>
            </a:r>
            <a:r>
              <a:rPr lang="en-US" err="1"/>
              <a:t>vel</a:t>
            </a:r>
            <a:r>
              <a:rPr lang="en-US"/>
              <a:t> </a:t>
            </a:r>
            <a:r>
              <a:rPr lang="en-US" err="1"/>
              <a:t>viverra</a:t>
            </a:r>
            <a:r>
              <a:rPr lang="en-US"/>
              <a:t> libero, id </a:t>
            </a:r>
            <a:r>
              <a:rPr lang="en-US" err="1"/>
              <a:t>vestibulum</a:t>
            </a:r>
            <a:r>
              <a:rPr lang="en-US"/>
              <a:t> ligula. </a:t>
            </a:r>
            <a:r>
              <a:rPr lang="en-US" err="1"/>
              <a:t>Nullam</a:t>
            </a:r>
            <a:r>
              <a:rPr lang="en-US"/>
              <a:t> </a:t>
            </a:r>
            <a:r>
              <a:rPr lang="en-US" err="1"/>
              <a:t>faucibus</a:t>
            </a:r>
            <a:r>
              <a:rPr lang="en-US"/>
              <a:t> </a:t>
            </a:r>
            <a:r>
              <a:rPr lang="en-US" err="1"/>
              <a:t>nunc</a:t>
            </a:r>
            <a:r>
              <a:rPr lang="en-US"/>
              <a:t> </a:t>
            </a:r>
            <a:r>
              <a:rPr lang="en-US" err="1"/>
              <a:t>sed</a:t>
            </a:r>
            <a:r>
              <a:rPr lang="en-US"/>
              <a:t> ligula </a:t>
            </a:r>
            <a:r>
              <a:rPr lang="en-US" err="1"/>
              <a:t>sagittis</a:t>
            </a:r>
            <a:r>
              <a:rPr lang="en-US"/>
              <a:t> </a:t>
            </a:r>
            <a:r>
              <a:rPr lang="en-US" err="1"/>
              <a:t>tincidunt</a:t>
            </a:r>
            <a:r>
              <a:rPr lang="en-US"/>
              <a:t>. </a:t>
            </a:r>
            <a:r>
              <a:rPr lang="en-US" err="1"/>
              <a:t>Cras</a:t>
            </a:r>
            <a:r>
              <a:rPr lang="en-US"/>
              <a:t> ac semper </a:t>
            </a:r>
            <a:r>
              <a:rPr lang="en-US" err="1"/>
              <a:t>est</a:t>
            </a:r>
            <a:r>
              <a:rPr lang="en-US"/>
              <a:t>, </a:t>
            </a:r>
            <a:r>
              <a:rPr lang="en-US" err="1"/>
              <a:t>vel</a:t>
            </a:r>
            <a:r>
              <a:rPr lang="en-US"/>
              <a:t> </a:t>
            </a:r>
            <a:r>
              <a:rPr lang="en-US" err="1"/>
              <a:t>pellentesque</a:t>
            </a:r>
            <a:r>
              <a:rPr lang="en-US"/>
              <a:t> </a:t>
            </a:r>
            <a:r>
              <a:rPr lang="en-US" err="1"/>
              <a:t>velit</a:t>
            </a:r>
            <a:r>
              <a:rPr lang="en-US"/>
              <a:t>. </a:t>
            </a:r>
            <a:r>
              <a:rPr lang="en-US" err="1"/>
              <a:t>Etiam</a:t>
            </a:r>
            <a:r>
              <a:rPr lang="en-US"/>
              <a:t> </a:t>
            </a:r>
            <a:r>
              <a:rPr lang="en-US" err="1"/>
              <a:t>ut</a:t>
            </a:r>
            <a:r>
              <a:rPr lang="en-US"/>
              <a:t> </a:t>
            </a:r>
            <a:r>
              <a:rPr lang="en-US" err="1"/>
              <a:t>ornare</a:t>
            </a:r>
            <a:r>
              <a:rPr lang="en-US"/>
              <a:t> </a:t>
            </a:r>
            <a:r>
              <a:rPr lang="en-US" err="1"/>
              <a:t>enim</a:t>
            </a:r>
            <a:r>
              <a:rPr lang="en-US"/>
              <a:t>, </a:t>
            </a:r>
            <a:r>
              <a:rPr lang="en-US" err="1"/>
              <a:t>quis</a:t>
            </a:r>
            <a:r>
              <a:rPr lang="en-US"/>
              <a:t> porta libero. Maecenas </a:t>
            </a:r>
            <a:r>
              <a:rPr lang="en-US" err="1"/>
              <a:t>vehicula</a:t>
            </a:r>
            <a:r>
              <a:rPr lang="en-US"/>
              <a:t> dictum tempus. </a:t>
            </a:r>
            <a:r>
              <a:rPr lang="en-US" err="1"/>
              <a:t>Donec</a:t>
            </a:r>
            <a:r>
              <a:rPr lang="en-US"/>
              <a:t> </a:t>
            </a:r>
            <a:r>
              <a:rPr lang="en-US" err="1"/>
              <a:t>eget</a:t>
            </a:r>
            <a:r>
              <a:rPr lang="en-US"/>
              <a:t> </a:t>
            </a:r>
            <a:r>
              <a:rPr lang="en-US" err="1"/>
              <a:t>purus</a:t>
            </a:r>
            <a:r>
              <a:rPr lang="en-US"/>
              <a:t> </a:t>
            </a:r>
            <a:r>
              <a:rPr lang="en-US" err="1"/>
              <a:t>eget</a:t>
            </a:r>
            <a:r>
              <a:rPr lang="en-US"/>
              <a:t> ipsum </a:t>
            </a:r>
            <a:r>
              <a:rPr lang="en-US" err="1"/>
              <a:t>luctus</a:t>
            </a:r>
            <a:r>
              <a:rPr lang="en-US"/>
              <a:t> </a:t>
            </a:r>
            <a:r>
              <a:rPr lang="en-US" err="1"/>
              <a:t>sodales</a:t>
            </a:r>
            <a:r>
              <a:rPr lang="en-US"/>
              <a:t>. </a:t>
            </a:r>
            <a:r>
              <a:rPr lang="en-US" err="1"/>
              <a:t>Praesent</a:t>
            </a:r>
            <a:r>
              <a:rPr lang="en-US"/>
              <a:t> </a:t>
            </a:r>
            <a:r>
              <a:rPr lang="en-US" err="1"/>
              <a:t>consequat</a:t>
            </a:r>
            <a:r>
              <a:rPr lang="en-US"/>
              <a:t> </a:t>
            </a:r>
            <a:r>
              <a:rPr lang="en-US" err="1"/>
              <a:t>sem</a:t>
            </a:r>
            <a:r>
              <a:rPr lang="en-US"/>
              <a:t> </a:t>
            </a:r>
            <a:r>
              <a:rPr lang="en-US" err="1"/>
              <a:t>quis</a:t>
            </a:r>
            <a:r>
              <a:rPr lang="en-US"/>
              <a:t> </a:t>
            </a:r>
            <a:r>
              <a:rPr lang="en-US" err="1"/>
              <a:t>elementum</a:t>
            </a:r>
            <a:r>
              <a:rPr lang="en-US"/>
              <a:t> </a:t>
            </a:r>
            <a:r>
              <a:rPr lang="en-US" err="1"/>
              <a:t>molestie</a:t>
            </a:r>
            <a:r>
              <a:rPr lang="en-US"/>
              <a:t>. </a:t>
            </a:r>
          </a:p>
        </p:txBody>
      </p:sp>
      <p:pic>
        <p:nvPicPr>
          <p:cNvPr id="2" name="Picture 1">
            <a:extLst>
              <a:ext uri="{FF2B5EF4-FFF2-40B4-BE49-F238E27FC236}">
                <a16:creationId xmlns:a16="http://schemas.microsoft.com/office/drawing/2014/main" id="{35D9B67A-5C5F-795D-09D4-30BEEA1CFA9E}"/>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15485544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_TEXT_WITH_IMAGE">
    <p:spTree>
      <p:nvGrpSpPr>
        <p:cNvPr id="1" name=""/>
        <p:cNvGrpSpPr/>
        <p:nvPr/>
      </p:nvGrpSpPr>
      <p:grpSpPr>
        <a:xfrm>
          <a:off x="0" y="0"/>
          <a:ext cx="0" cy="0"/>
          <a:chOff x="0" y="0"/>
          <a:chExt cx="0" cy="0"/>
        </a:xfrm>
      </p:grpSpPr>
      <p:sp>
        <p:nvSpPr>
          <p:cNvPr id="5" name="Θέση εικόνας 3"/>
          <p:cNvSpPr>
            <a:spLocks noGrp="1"/>
          </p:cNvSpPr>
          <p:nvPr>
            <p:ph type="pic" sz="quarter" idx="11" hasCustomPrompt="1"/>
          </p:nvPr>
        </p:nvSpPr>
        <p:spPr>
          <a:xfrm>
            <a:off x="6229351" y="2017058"/>
            <a:ext cx="5473024" cy="3827930"/>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7"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sp>
        <p:nvSpPr>
          <p:cNvPr id="9" name="Θέση κειμένου 12"/>
          <p:cNvSpPr>
            <a:spLocks noGrp="1"/>
          </p:cNvSpPr>
          <p:nvPr>
            <p:ph type="body" sz="quarter" idx="10" hasCustomPrompt="1"/>
          </p:nvPr>
        </p:nvSpPr>
        <p:spPr>
          <a:xfrm>
            <a:off x="477841" y="2017060"/>
            <a:ext cx="5619345" cy="3831818"/>
          </a:xfrm>
        </p:spPr>
        <p:txBody>
          <a:bodyPr>
            <a:spAutoFit/>
          </a:bodyPr>
          <a:lstStyle>
            <a:lvl1pPr marL="0" indent="0">
              <a:buNone/>
              <a:defRPr sz="1800" b="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a:t>
            </a:r>
            <a:r>
              <a:rPr lang="en-US" err="1"/>
              <a:t>elementum</a:t>
            </a:r>
            <a:r>
              <a:rPr lang="en-US"/>
              <a:t> </a:t>
            </a:r>
            <a:r>
              <a:rPr lang="en-US" err="1"/>
              <a:t>commodo</a:t>
            </a:r>
            <a:r>
              <a:rPr lang="en-US"/>
              <a:t> </a:t>
            </a:r>
            <a:r>
              <a:rPr lang="en-US" err="1"/>
              <a:t>lectus</a:t>
            </a:r>
            <a:r>
              <a:rPr lang="en-US"/>
              <a:t>, </a:t>
            </a:r>
            <a:r>
              <a:rPr lang="en-US" err="1"/>
              <a:t>quis</a:t>
            </a:r>
            <a:r>
              <a:rPr lang="en-US"/>
              <a:t> </a:t>
            </a:r>
            <a:r>
              <a:rPr lang="en-US" err="1"/>
              <a:t>hendrerit</a:t>
            </a:r>
            <a:r>
              <a:rPr lang="en-US"/>
              <a:t> </a:t>
            </a:r>
            <a:r>
              <a:rPr lang="en-US" err="1"/>
              <a:t>enim</a:t>
            </a:r>
            <a:r>
              <a:rPr lang="en-US"/>
              <a:t> </a:t>
            </a:r>
            <a:r>
              <a:rPr lang="en-US" err="1"/>
              <a:t>ultrices</a:t>
            </a:r>
            <a:r>
              <a:rPr lang="en-US"/>
              <a:t> </a:t>
            </a:r>
            <a:r>
              <a:rPr lang="en-US" err="1"/>
              <a:t>eu</a:t>
            </a:r>
            <a:r>
              <a:rPr lang="en-US"/>
              <a:t>. </a:t>
            </a:r>
            <a:r>
              <a:rPr lang="en-US" err="1"/>
              <a:t>Praesent</a:t>
            </a:r>
            <a:r>
              <a:rPr lang="en-US"/>
              <a:t> </a:t>
            </a:r>
            <a:r>
              <a:rPr lang="en-US" err="1"/>
              <a:t>vestibulum</a:t>
            </a:r>
            <a:r>
              <a:rPr lang="en-US"/>
              <a:t>, </a:t>
            </a:r>
            <a:r>
              <a:rPr lang="en-US" err="1"/>
              <a:t>lectus</a:t>
            </a:r>
            <a:r>
              <a:rPr lang="en-US"/>
              <a:t> </a:t>
            </a:r>
            <a:r>
              <a:rPr lang="en-US" err="1"/>
              <a:t>quis</a:t>
            </a:r>
            <a:r>
              <a:rPr lang="en-US"/>
              <a:t> </a:t>
            </a:r>
            <a:r>
              <a:rPr lang="en-US" err="1"/>
              <a:t>eleifend</a:t>
            </a:r>
            <a:r>
              <a:rPr lang="en-US"/>
              <a:t> </a:t>
            </a:r>
            <a:r>
              <a:rPr lang="en-US" err="1"/>
              <a:t>viverra</a:t>
            </a:r>
            <a:r>
              <a:rPr lang="en-US"/>
              <a:t>, mi </a:t>
            </a:r>
            <a:r>
              <a:rPr lang="en-US" err="1"/>
              <a:t>justo</a:t>
            </a:r>
            <a:r>
              <a:rPr lang="en-US"/>
              <a:t> </a:t>
            </a:r>
            <a:r>
              <a:rPr lang="en-US" err="1"/>
              <a:t>consectetur</a:t>
            </a:r>
            <a:r>
              <a:rPr lang="en-US"/>
              <a:t> </a:t>
            </a:r>
            <a:r>
              <a:rPr lang="en-US" err="1"/>
              <a:t>arcu</a:t>
            </a:r>
            <a:r>
              <a:rPr lang="en-US"/>
              <a:t>, </a:t>
            </a:r>
            <a:r>
              <a:rPr lang="en-US" err="1"/>
              <a:t>quis</a:t>
            </a:r>
            <a:r>
              <a:rPr lang="en-US"/>
              <a:t> </a:t>
            </a:r>
            <a:r>
              <a:rPr lang="en-US" err="1"/>
              <a:t>maximus</a:t>
            </a:r>
            <a:r>
              <a:rPr lang="en-US"/>
              <a:t> </a:t>
            </a:r>
            <a:r>
              <a:rPr lang="en-US" err="1"/>
              <a:t>felis</a:t>
            </a:r>
            <a:r>
              <a:rPr lang="en-US"/>
              <a:t> </a:t>
            </a:r>
            <a:r>
              <a:rPr lang="en-US" err="1"/>
              <a:t>eros</a:t>
            </a:r>
            <a:r>
              <a:rPr lang="en-US"/>
              <a:t> </a:t>
            </a:r>
            <a:r>
              <a:rPr lang="en-US" err="1"/>
              <a:t>nec</a:t>
            </a:r>
            <a:r>
              <a:rPr lang="en-US"/>
              <a:t> lorem. </a:t>
            </a:r>
            <a:r>
              <a:rPr lang="en-US" err="1"/>
              <a:t>Pellentesque</a:t>
            </a:r>
            <a:r>
              <a:rPr lang="en-US"/>
              <a:t> </a:t>
            </a:r>
            <a:r>
              <a:rPr lang="en-US" err="1"/>
              <a:t>efficitur</a:t>
            </a:r>
            <a:r>
              <a:rPr lang="en-US"/>
              <a:t> non </a:t>
            </a:r>
            <a:r>
              <a:rPr lang="en-US" err="1"/>
              <a:t>augue</a:t>
            </a:r>
            <a:r>
              <a:rPr lang="en-US"/>
              <a:t> at </a:t>
            </a:r>
            <a:r>
              <a:rPr lang="en-US" err="1"/>
              <a:t>efficitur</a:t>
            </a:r>
            <a:r>
              <a:rPr lang="en-US"/>
              <a:t>. Maecenas </a:t>
            </a:r>
            <a:r>
              <a:rPr lang="en-US" err="1"/>
              <a:t>fringilla</a:t>
            </a:r>
            <a:r>
              <a:rPr lang="en-US"/>
              <a:t> nisi </a:t>
            </a:r>
            <a:r>
              <a:rPr lang="en-US" err="1"/>
              <a:t>suscipit</a:t>
            </a:r>
            <a:r>
              <a:rPr lang="en-US"/>
              <a:t> </a:t>
            </a:r>
            <a:r>
              <a:rPr lang="en-US" err="1"/>
              <a:t>pulvinar</a:t>
            </a:r>
            <a:r>
              <a:rPr lang="en-US"/>
              <a:t> </a:t>
            </a:r>
            <a:r>
              <a:rPr lang="en-US" err="1"/>
              <a:t>rutrum</a:t>
            </a:r>
            <a:r>
              <a:rPr lang="en-US"/>
              <a:t>. </a:t>
            </a:r>
            <a:r>
              <a:rPr lang="en-US" err="1"/>
              <a:t>Vestibulum</a:t>
            </a:r>
            <a:r>
              <a:rPr lang="en-US"/>
              <a:t> </a:t>
            </a:r>
            <a:r>
              <a:rPr lang="en-US" err="1"/>
              <a:t>vel</a:t>
            </a:r>
            <a:r>
              <a:rPr lang="en-US"/>
              <a:t> </a:t>
            </a:r>
            <a:r>
              <a:rPr lang="en-US" err="1"/>
              <a:t>viverra</a:t>
            </a:r>
            <a:r>
              <a:rPr lang="en-US"/>
              <a:t> libero, id </a:t>
            </a:r>
            <a:r>
              <a:rPr lang="en-US" err="1"/>
              <a:t>vestibulum</a:t>
            </a:r>
            <a:r>
              <a:rPr lang="en-US"/>
              <a:t> ligula. </a:t>
            </a:r>
            <a:r>
              <a:rPr lang="en-US" err="1"/>
              <a:t>Nullam</a:t>
            </a:r>
            <a:r>
              <a:rPr lang="en-US"/>
              <a:t> </a:t>
            </a:r>
            <a:r>
              <a:rPr lang="en-US" err="1"/>
              <a:t>faucibus</a:t>
            </a:r>
            <a:r>
              <a:rPr lang="en-US"/>
              <a:t> </a:t>
            </a:r>
            <a:r>
              <a:rPr lang="en-US" err="1"/>
              <a:t>nunc</a:t>
            </a:r>
            <a:r>
              <a:rPr lang="en-US"/>
              <a:t> </a:t>
            </a:r>
            <a:r>
              <a:rPr lang="en-US" err="1"/>
              <a:t>sed</a:t>
            </a:r>
            <a:r>
              <a:rPr lang="en-US"/>
              <a:t> ligula </a:t>
            </a:r>
            <a:r>
              <a:rPr lang="en-US" err="1"/>
              <a:t>sagittis</a:t>
            </a:r>
            <a:r>
              <a:rPr lang="en-US"/>
              <a:t> </a:t>
            </a:r>
            <a:r>
              <a:rPr lang="en-US" err="1"/>
              <a:t>tincidunt</a:t>
            </a:r>
            <a:r>
              <a:rPr lang="en-US"/>
              <a:t>. </a:t>
            </a:r>
            <a:r>
              <a:rPr lang="en-US" err="1"/>
              <a:t>Cras</a:t>
            </a:r>
            <a:r>
              <a:rPr lang="en-US"/>
              <a:t> ac semper </a:t>
            </a:r>
            <a:r>
              <a:rPr lang="en-US" err="1"/>
              <a:t>est</a:t>
            </a:r>
            <a:r>
              <a:rPr lang="en-US"/>
              <a:t>, </a:t>
            </a:r>
            <a:r>
              <a:rPr lang="en-US" err="1"/>
              <a:t>vel</a:t>
            </a:r>
            <a:r>
              <a:rPr lang="en-US"/>
              <a:t> </a:t>
            </a:r>
            <a:r>
              <a:rPr lang="en-US" err="1"/>
              <a:t>pellentesque</a:t>
            </a:r>
            <a:r>
              <a:rPr lang="en-US"/>
              <a:t> </a:t>
            </a:r>
            <a:r>
              <a:rPr lang="en-US" err="1"/>
              <a:t>velit</a:t>
            </a:r>
            <a:r>
              <a:rPr lang="en-US"/>
              <a:t>. </a:t>
            </a:r>
            <a:r>
              <a:rPr lang="en-US" err="1"/>
              <a:t>Etiam</a:t>
            </a:r>
            <a:r>
              <a:rPr lang="en-US"/>
              <a:t> </a:t>
            </a:r>
            <a:r>
              <a:rPr lang="en-US" err="1"/>
              <a:t>ut</a:t>
            </a:r>
            <a:r>
              <a:rPr lang="en-US"/>
              <a:t> </a:t>
            </a:r>
            <a:r>
              <a:rPr lang="en-US" err="1"/>
              <a:t>ornare</a:t>
            </a:r>
            <a:r>
              <a:rPr lang="en-US"/>
              <a:t> </a:t>
            </a:r>
            <a:r>
              <a:rPr lang="en-US" err="1"/>
              <a:t>enim</a:t>
            </a:r>
            <a:r>
              <a:rPr lang="en-US"/>
              <a:t>, </a:t>
            </a:r>
            <a:r>
              <a:rPr lang="en-US" err="1"/>
              <a:t>quis</a:t>
            </a:r>
            <a:r>
              <a:rPr lang="en-US"/>
              <a:t> porta libero. Maecenas </a:t>
            </a:r>
            <a:r>
              <a:rPr lang="en-US" err="1"/>
              <a:t>vehicula</a:t>
            </a:r>
            <a:r>
              <a:rPr lang="en-US"/>
              <a:t> dictum tempus. </a:t>
            </a:r>
            <a:r>
              <a:rPr lang="en-US" err="1"/>
              <a:t>Donec</a:t>
            </a:r>
            <a:r>
              <a:rPr lang="en-US"/>
              <a:t> </a:t>
            </a:r>
            <a:r>
              <a:rPr lang="en-US" err="1"/>
              <a:t>eget</a:t>
            </a:r>
            <a:r>
              <a:rPr lang="en-US"/>
              <a:t> </a:t>
            </a:r>
            <a:r>
              <a:rPr lang="en-US" err="1"/>
              <a:t>purus</a:t>
            </a:r>
            <a:r>
              <a:rPr lang="en-US"/>
              <a:t> </a:t>
            </a:r>
            <a:r>
              <a:rPr lang="en-US" err="1"/>
              <a:t>eget</a:t>
            </a:r>
            <a:r>
              <a:rPr lang="en-US"/>
              <a:t> ipsum </a:t>
            </a:r>
            <a:r>
              <a:rPr lang="en-US" err="1"/>
              <a:t>luctus</a:t>
            </a:r>
            <a:r>
              <a:rPr lang="en-US"/>
              <a:t> </a:t>
            </a:r>
            <a:r>
              <a:rPr lang="en-US" err="1"/>
              <a:t>sodales</a:t>
            </a:r>
            <a:r>
              <a:rPr lang="en-US"/>
              <a:t>. </a:t>
            </a:r>
            <a:r>
              <a:rPr lang="en-US" err="1"/>
              <a:t>Praesent</a:t>
            </a:r>
            <a:r>
              <a:rPr lang="en-US"/>
              <a:t> </a:t>
            </a:r>
            <a:r>
              <a:rPr lang="en-US" err="1"/>
              <a:t>consequat</a:t>
            </a:r>
            <a:r>
              <a:rPr lang="en-US"/>
              <a:t> </a:t>
            </a:r>
            <a:r>
              <a:rPr lang="en-US" err="1"/>
              <a:t>sem</a:t>
            </a:r>
            <a:r>
              <a:rPr lang="en-US"/>
              <a:t> </a:t>
            </a:r>
            <a:r>
              <a:rPr lang="en-US" err="1"/>
              <a:t>quis</a:t>
            </a:r>
            <a:r>
              <a:rPr lang="en-US"/>
              <a:t> </a:t>
            </a:r>
            <a:r>
              <a:rPr lang="en-US" err="1"/>
              <a:t>elementum</a:t>
            </a:r>
            <a:r>
              <a:rPr lang="en-US"/>
              <a:t> </a:t>
            </a:r>
            <a:r>
              <a:rPr lang="en-US" err="1"/>
              <a:t>molestie</a:t>
            </a:r>
            <a:r>
              <a:rPr lang="en-US"/>
              <a:t>. </a:t>
            </a:r>
          </a:p>
        </p:txBody>
      </p:sp>
      <p:pic>
        <p:nvPicPr>
          <p:cNvPr id="2" name="Picture 1">
            <a:extLst>
              <a:ext uri="{FF2B5EF4-FFF2-40B4-BE49-F238E27FC236}">
                <a16:creationId xmlns:a16="http://schemas.microsoft.com/office/drawing/2014/main" id="{4FE406EC-502A-68B0-22F6-8981183230CF}"/>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20844136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TEXT_WITH_4_IMAGES">
    <p:spTree>
      <p:nvGrpSpPr>
        <p:cNvPr id="1" name=""/>
        <p:cNvGrpSpPr/>
        <p:nvPr/>
      </p:nvGrpSpPr>
      <p:grpSpPr>
        <a:xfrm>
          <a:off x="0" y="0"/>
          <a:ext cx="0" cy="0"/>
          <a:chOff x="0" y="0"/>
          <a:chExt cx="0" cy="0"/>
        </a:xfrm>
      </p:grpSpPr>
      <p:sp>
        <p:nvSpPr>
          <p:cNvPr id="16" name="Θέση εικόνας 3"/>
          <p:cNvSpPr>
            <a:spLocks noGrp="1"/>
          </p:cNvSpPr>
          <p:nvPr>
            <p:ph type="pic" sz="quarter" idx="17" hasCustomPrompt="1"/>
          </p:nvPr>
        </p:nvSpPr>
        <p:spPr>
          <a:xfrm>
            <a:off x="6245750" y="2017058"/>
            <a:ext cx="2650551" cy="1851864"/>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19" name="Θέση εικόνας 3"/>
          <p:cNvSpPr>
            <a:spLocks noGrp="1"/>
          </p:cNvSpPr>
          <p:nvPr>
            <p:ph type="pic" sz="quarter" idx="18" hasCustomPrompt="1"/>
          </p:nvPr>
        </p:nvSpPr>
        <p:spPr>
          <a:xfrm>
            <a:off x="9039429" y="2017058"/>
            <a:ext cx="2650551" cy="1851864"/>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20" name="Θέση εικόνας 3"/>
          <p:cNvSpPr>
            <a:spLocks noGrp="1"/>
          </p:cNvSpPr>
          <p:nvPr>
            <p:ph type="pic" sz="quarter" idx="19" hasCustomPrompt="1"/>
          </p:nvPr>
        </p:nvSpPr>
        <p:spPr>
          <a:xfrm>
            <a:off x="6245750" y="3993123"/>
            <a:ext cx="2650551" cy="1851864"/>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21" name="Θέση εικόνας 3"/>
          <p:cNvSpPr>
            <a:spLocks noGrp="1"/>
          </p:cNvSpPr>
          <p:nvPr>
            <p:ph type="pic" sz="quarter" idx="20" hasCustomPrompt="1"/>
          </p:nvPr>
        </p:nvSpPr>
        <p:spPr>
          <a:xfrm>
            <a:off x="9039429" y="3993123"/>
            <a:ext cx="2650551" cy="1851864"/>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10"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sp>
        <p:nvSpPr>
          <p:cNvPr id="11" name="Θέση κειμένου 12"/>
          <p:cNvSpPr>
            <a:spLocks noGrp="1"/>
          </p:cNvSpPr>
          <p:nvPr>
            <p:ph type="body" sz="quarter" idx="10" hasCustomPrompt="1"/>
          </p:nvPr>
        </p:nvSpPr>
        <p:spPr>
          <a:xfrm>
            <a:off x="477841" y="2017060"/>
            <a:ext cx="5619345" cy="3831818"/>
          </a:xfrm>
        </p:spPr>
        <p:txBody>
          <a:bodyPr>
            <a:spAutoFit/>
          </a:bodyPr>
          <a:lstStyle>
            <a:lvl1pPr marL="0" indent="0">
              <a:buNone/>
              <a:defRPr sz="1800" b="0">
                <a:solidFill>
                  <a:schemeClr val="tx1"/>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Nam </a:t>
            </a:r>
            <a:r>
              <a:rPr lang="en-US" err="1"/>
              <a:t>elementum</a:t>
            </a:r>
            <a:r>
              <a:rPr lang="en-US"/>
              <a:t> </a:t>
            </a:r>
            <a:r>
              <a:rPr lang="en-US" err="1"/>
              <a:t>commodo</a:t>
            </a:r>
            <a:r>
              <a:rPr lang="en-US"/>
              <a:t> </a:t>
            </a:r>
            <a:r>
              <a:rPr lang="en-US" err="1"/>
              <a:t>lectus</a:t>
            </a:r>
            <a:r>
              <a:rPr lang="en-US"/>
              <a:t>, </a:t>
            </a:r>
            <a:r>
              <a:rPr lang="en-US" err="1"/>
              <a:t>quis</a:t>
            </a:r>
            <a:r>
              <a:rPr lang="en-US"/>
              <a:t> </a:t>
            </a:r>
            <a:r>
              <a:rPr lang="en-US" err="1"/>
              <a:t>hendrerit</a:t>
            </a:r>
            <a:r>
              <a:rPr lang="en-US"/>
              <a:t> </a:t>
            </a:r>
            <a:r>
              <a:rPr lang="en-US" err="1"/>
              <a:t>enim</a:t>
            </a:r>
            <a:r>
              <a:rPr lang="en-US"/>
              <a:t> </a:t>
            </a:r>
            <a:r>
              <a:rPr lang="en-US" err="1"/>
              <a:t>ultrices</a:t>
            </a:r>
            <a:r>
              <a:rPr lang="en-US"/>
              <a:t> </a:t>
            </a:r>
            <a:r>
              <a:rPr lang="en-US" err="1"/>
              <a:t>eu</a:t>
            </a:r>
            <a:r>
              <a:rPr lang="en-US"/>
              <a:t>. </a:t>
            </a:r>
            <a:r>
              <a:rPr lang="en-US" err="1"/>
              <a:t>Praesent</a:t>
            </a:r>
            <a:r>
              <a:rPr lang="en-US"/>
              <a:t> </a:t>
            </a:r>
            <a:r>
              <a:rPr lang="en-US" err="1"/>
              <a:t>vestibulum</a:t>
            </a:r>
            <a:r>
              <a:rPr lang="en-US"/>
              <a:t>, </a:t>
            </a:r>
            <a:r>
              <a:rPr lang="en-US" err="1"/>
              <a:t>lectus</a:t>
            </a:r>
            <a:r>
              <a:rPr lang="en-US"/>
              <a:t> </a:t>
            </a:r>
            <a:r>
              <a:rPr lang="en-US" err="1"/>
              <a:t>quis</a:t>
            </a:r>
            <a:r>
              <a:rPr lang="en-US"/>
              <a:t> </a:t>
            </a:r>
            <a:r>
              <a:rPr lang="en-US" err="1"/>
              <a:t>eleifend</a:t>
            </a:r>
            <a:r>
              <a:rPr lang="en-US"/>
              <a:t> </a:t>
            </a:r>
            <a:r>
              <a:rPr lang="en-US" err="1"/>
              <a:t>viverra</a:t>
            </a:r>
            <a:r>
              <a:rPr lang="en-US"/>
              <a:t>, mi </a:t>
            </a:r>
            <a:r>
              <a:rPr lang="en-US" err="1"/>
              <a:t>justo</a:t>
            </a:r>
            <a:r>
              <a:rPr lang="en-US"/>
              <a:t> </a:t>
            </a:r>
            <a:r>
              <a:rPr lang="en-US" err="1"/>
              <a:t>consectetur</a:t>
            </a:r>
            <a:r>
              <a:rPr lang="en-US"/>
              <a:t> </a:t>
            </a:r>
            <a:r>
              <a:rPr lang="en-US" err="1"/>
              <a:t>arcu</a:t>
            </a:r>
            <a:r>
              <a:rPr lang="en-US"/>
              <a:t>, </a:t>
            </a:r>
            <a:r>
              <a:rPr lang="en-US" err="1"/>
              <a:t>quis</a:t>
            </a:r>
            <a:r>
              <a:rPr lang="en-US"/>
              <a:t> </a:t>
            </a:r>
            <a:r>
              <a:rPr lang="en-US" err="1"/>
              <a:t>maximus</a:t>
            </a:r>
            <a:r>
              <a:rPr lang="en-US"/>
              <a:t> </a:t>
            </a:r>
            <a:r>
              <a:rPr lang="en-US" err="1"/>
              <a:t>felis</a:t>
            </a:r>
            <a:r>
              <a:rPr lang="en-US"/>
              <a:t> </a:t>
            </a:r>
            <a:r>
              <a:rPr lang="en-US" err="1"/>
              <a:t>eros</a:t>
            </a:r>
            <a:r>
              <a:rPr lang="en-US"/>
              <a:t> </a:t>
            </a:r>
            <a:r>
              <a:rPr lang="en-US" err="1"/>
              <a:t>nec</a:t>
            </a:r>
            <a:r>
              <a:rPr lang="en-US"/>
              <a:t> lorem. </a:t>
            </a:r>
            <a:r>
              <a:rPr lang="en-US" err="1"/>
              <a:t>Pellentesque</a:t>
            </a:r>
            <a:r>
              <a:rPr lang="en-US"/>
              <a:t> </a:t>
            </a:r>
            <a:r>
              <a:rPr lang="en-US" err="1"/>
              <a:t>efficitur</a:t>
            </a:r>
            <a:r>
              <a:rPr lang="en-US"/>
              <a:t> non </a:t>
            </a:r>
            <a:r>
              <a:rPr lang="en-US" err="1"/>
              <a:t>augue</a:t>
            </a:r>
            <a:r>
              <a:rPr lang="en-US"/>
              <a:t> at </a:t>
            </a:r>
            <a:r>
              <a:rPr lang="en-US" err="1"/>
              <a:t>efficitur</a:t>
            </a:r>
            <a:r>
              <a:rPr lang="en-US"/>
              <a:t>. Maecenas </a:t>
            </a:r>
            <a:r>
              <a:rPr lang="en-US" err="1"/>
              <a:t>fringilla</a:t>
            </a:r>
            <a:r>
              <a:rPr lang="en-US"/>
              <a:t> nisi </a:t>
            </a:r>
            <a:r>
              <a:rPr lang="en-US" err="1"/>
              <a:t>suscipit</a:t>
            </a:r>
            <a:r>
              <a:rPr lang="en-US"/>
              <a:t> </a:t>
            </a:r>
            <a:r>
              <a:rPr lang="en-US" err="1"/>
              <a:t>pulvinar</a:t>
            </a:r>
            <a:r>
              <a:rPr lang="en-US"/>
              <a:t> </a:t>
            </a:r>
            <a:r>
              <a:rPr lang="en-US" err="1"/>
              <a:t>rutrum</a:t>
            </a:r>
            <a:r>
              <a:rPr lang="en-US"/>
              <a:t>. </a:t>
            </a:r>
            <a:r>
              <a:rPr lang="en-US" err="1"/>
              <a:t>Vestibulum</a:t>
            </a:r>
            <a:r>
              <a:rPr lang="en-US"/>
              <a:t> </a:t>
            </a:r>
            <a:r>
              <a:rPr lang="en-US" err="1"/>
              <a:t>vel</a:t>
            </a:r>
            <a:r>
              <a:rPr lang="en-US"/>
              <a:t> </a:t>
            </a:r>
            <a:r>
              <a:rPr lang="en-US" err="1"/>
              <a:t>viverra</a:t>
            </a:r>
            <a:r>
              <a:rPr lang="en-US"/>
              <a:t> libero, id </a:t>
            </a:r>
            <a:r>
              <a:rPr lang="en-US" err="1"/>
              <a:t>vestibulum</a:t>
            </a:r>
            <a:r>
              <a:rPr lang="en-US"/>
              <a:t> ligula. </a:t>
            </a:r>
            <a:r>
              <a:rPr lang="en-US" err="1"/>
              <a:t>Nullam</a:t>
            </a:r>
            <a:r>
              <a:rPr lang="en-US"/>
              <a:t> </a:t>
            </a:r>
            <a:r>
              <a:rPr lang="en-US" err="1"/>
              <a:t>faucibus</a:t>
            </a:r>
            <a:r>
              <a:rPr lang="en-US"/>
              <a:t> </a:t>
            </a:r>
            <a:r>
              <a:rPr lang="en-US" err="1"/>
              <a:t>nunc</a:t>
            </a:r>
            <a:r>
              <a:rPr lang="en-US"/>
              <a:t> </a:t>
            </a:r>
            <a:r>
              <a:rPr lang="en-US" err="1"/>
              <a:t>sed</a:t>
            </a:r>
            <a:r>
              <a:rPr lang="en-US"/>
              <a:t> ligula </a:t>
            </a:r>
            <a:r>
              <a:rPr lang="en-US" err="1"/>
              <a:t>sagittis</a:t>
            </a:r>
            <a:r>
              <a:rPr lang="en-US"/>
              <a:t> </a:t>
            </a:r>
            <a:r>
              <a:rPr lang="en-US" err="1"/>
              <a:t>tincidunt</a:t>
            </a:r>
            <a:r>
              <a:rPr lang="en-US"/>
              <a:t>. </a:t>
            </a:r>
            <a:r>
              <a:rPr lang="en-US" err="1"/>
              <a:t>Cras</a:t>
            </a:r>
            <a:r>
              <a:rPr lang="en-US"/>
              <a:t> ac semper </a:t>
            </a:r>
            <a:r>
              <a:rPr lang="en-US" err="1"/>
              <a:t>est</a:t>
            </a:r>
            <a:r>
              <a:rPr lang="en-US"/>
              <a:t>, </a:t>
            </a:r>
            <a:r>
              <a:rPr lang="en-US" err="1"/>
              <a:t>vel</a:t>
            </a:r>
            <a:r>
              <a:rPr lang="en-US"/>
              <a:t> </a:t>
            </a:r>
            <a:r>
              <a:rPr lang="en-US" err="1"/>
              <a:t>pellentesque</a:t>
            </a:r>
            <a:r>
              <a:rPr lang="en-US"/>
              <a:t> </a:t>
            </a:r>
            <a:r>
              <a:rPr lang="en-US" err="1"/>
              <a:t>velit</a:t>
            </a:r>
            <a:r>
              <a:rPr lang="en-US"/>
              <a:t>. </a:t>
            </a:r>
            <a:r>
              <a:rPr lang="en-US" err="1"/>
              <a:t>Etiam</a:t>
            </a:r>
            <a:r>
              <a:rPr lang="en-US"/>
              <a:t> </a:t>
            </a:r>
            <a:r>
              <a:rPr lang="en-US" err="1"/>
              <a:t>ut</a:t>
            </a:r>
            <a:r>
              <a:rPr lang="en-US"/>
              <a:t> </a:t>
            </a:r>
            <a:r>
              <a:rPr lang="en-US" err="1"/>
              <a:t>ornare</a:t>
            </a:r>
            <a:r>
              <a:rPr lang="en-US"/>
              <a:t> </a:t>
            </a:r>
            <a:r>
              <a:rPr lang="en-US" err="1"/>
              <a:t>enim</a:t>
            </a:r>
            <a:r>
              <a:rPr lang="en-US"/>
              <a:t>, </a:t>
            </a:r>
            <a:r>
              <a:rPr lang="en-US" err="1"/>
              <a:t>quis</a:t>
            </a:r>
            <a:r>
              <a:rPr lang="en-US"/>
              <a:t> porta libero. Maecenas </a:t>
            </a:r>
            <a:r>
              <a:rPr lang="en-US" err="1"/>
              <a:t>vehicula</a:t>
            </a:r>
            <a:r>
              <a:rPr lang="en-US"/>
              <a:t> dictum tempus. </a:t>
            </a:r>
            <a:r>
              <a:rPr lang="en-US" err="1"/>
              <a:t>Donec</a:t>
            </a:r>
            <a:r>
              <a:rPr lang="en-US"/>
              <a:t> </a:t>
            </a:r>
            <a:r>
              <a:rPr lang="en-US" err="1"/>
              <a:t>eget</a:t>
            </a:r>
            <a:r>
              <a:rPr lang="en-US"/>
              <a:t> </a:t>
            </a:r>
            <a:r>
              <a:rPr lang="en-US" err="1"/>
              <a:t>purus</a:t>
            </a:r>
            <a:r>
              <a:rPr lang="en-US"/>
              <a:t> </a:t>
            </a:r>
            <a:r>
              <a:rPr lang="en-US" err="1"/>
              <a:t>eget</a:t>
            </a:r>
            <a:r>
              <a:rPr lang="en-US"/>
              <a:t> ipsum </a:t>
            </a:r>
            <a:r>
              <a:rPr lang="en-US" err="1"/>
              <a:t>luctus</a:t>
            </a:r>
            <a:r>
              <a:rPr lang="en-US"/>
              <a:t> </a:t>
            </a:r>
            <a:r>
              <a:rPr lang="en-US" err="1"/>
              <a:t>sodales</a:t>
            </a:r>
            <a:r>
              <a:rPr lang="en-US"/>
              <a:t>. </a:t>
            </a:r>
            <a:r>
              <a:rPr lang="en-US" err="1"/>
              <a:t>Praesent</a:t>
            </a:r>
            <a:r>
              <a:rPr lang="en-US"/>
              <a:t> </a:t>
            </a:r>
            <a:r>
              <a:rPr lang="en-US" err="1"/>
              <a:t>consequat</a:t>
            </a:r>
            <a:r>
              <a:rPr lang="en-US"/>
              <a:t> </a:t>
            </a:r>
            <a:r>
              <a:rPr lang="en-US" err="1"/>
              <a:t>sem</a:t>
            </a:r>
            <a:r>
              <a:rPr lang="en-US"/>
              <a:t> </a:t>
            </a:r>
            <a:r>
              <a:rPr lang="en-US" err="1"/>
              <a:t>quis</a:t>
            </a:r>
            <a:r>
              <a:rPr lang="en-US"/>
              <a:t> </a:t>
            </a:r>
            <a:r>
              <a:rPr lang="en-US" err="1"/>
              <a:t>elementum</a:t>
            </a:r>
            <a:r>
              <a:rPr lang="en-US"/>
              <a:t> </a:t>
            </a:r>
            <a:r>
              <a:rPr lang="en-US" err="1"/>
              <a:t>molestie</a:t>
            </a:r>
            <a:r>
              <a:rPr lang="en-US"/>
              <a:t>. </a:t>
            </a:r>
          </a:p>
        </p:txBody>
      </p:sp>
      <p:pic>
        <p:nvPicPr>
          <p:cNvPr id="2" name="Picture 1">
            <a:extLst>
              <a:ext uri="{FF2B5EF4-FFF2-40B4-BE49-F238E27FC236}">
                <a16:creationId xmlns:a16="http://schemas.microsoft.com/office/drawing/2014/main" id="{E3D792E1-9392-3494-AA20-02FC49632C8D}"/>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4677502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WITH_IMAGE">
    <p:spTree>
      <p:nvGrpSpPr>
        <p:cNvPr id="1" name=""/>
        <p:cNvGrpSpPr/>
        <p:nvPr/>
      </p:nvGrpSpPr>
      <p:grpSpPr>
        <a:xfrm>
          <a:off x="0" y="0"/>
          <a:ext cx="0" cy="0"/>
          <a:chOff x="0" y="0"/>
          <a:chExt cx="0" cy="0"/>
        </a:xfrm>
      </p:grpSpPr>
      <p:sp>
        <p:nvSpPr>
          <p:cNvPr id="3" name="Θέση εικόνας 2"/>
          <p:cNvSpPr>
            <a:spLocks noGrp="1"/>
          </p:cNvSpPr>
          <p:nvPr>
            <p:ph type="pic" sz="quarter" idx="10" hasCustomPrompt="1"/>
          </p:nvPr>
        </p:nvSpPr>
        <p:spPr>
          <a:xfrm>
            <a:off x="479461" y="2017058"/>
            <a:ext cx="11235449" cy="3764604"/>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6"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pic>
        <p:nvPicPr>
          <p:cNvPr id="2" name="Picture 1">
            <a:extLst>
              <a:ext uri="{FF2B5EF4-FFF2-40B4-BE49-F238E27FC236}">
                <a16:creationId xmlns:a16="http://schemas.microsoft.com/office/drawing/2014/main" id="{901F5D15-58FE-4FB5-3555-40188DCA94AB}"/>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19932665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ITH_2_IMAGES">
    <p:spTree>
      <p:nvGrpSpPr>
        <p:cNvPr id="1" name=""/>
        <p:cNvGrpSpPr/>
        <p:nvPr/>
      </p:nvGrpSpPr>
      <p:grpSpPr>
        <a:xfrm>
          <a:off x="0" y="0"/>
          <a:ext cx="0" cy="0"/>
          <a:chOff x="0" y="0"/>
          <a:chExt cx="0" cy="0"/>
        </a:xfrm>
      </p:grpSpPr>
      <p:sp>
        <p:nvSpPr>
          <p:cNvPr id="3" name="Θέση εικόνας 2"/>
          <p:cNvSpPr>
            <a:spLocks noGrp="1"/>
          </p:cNvSpPr>
          <p:nvPr>
            <p:ph type="pic" sz="quarter" idx="10" hasCustomPrompt="1"/>
          </p:nvPr>
        </p:nvSpPr>
        <p:spPr>
          <a:xfrm>
            <a:off x="477841" y="2009783"/>
            <a:ext cx="3975676" cy="3764605"/>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6" name="Θέση εικόνας 2"/>
          <p:cNvSpPr>
            <a:spLocks noGrp="1"/>
          </p:cNvSpPr>
          <p:nvPr>
            <p:ph type="pic" sz="quarter" idx="11" hasCustomPrompt="1"/>
          </p:nvPr>
        </p:nvSpPr>
        <p:spPr>
          <a:xfrm>
            <a:off x="4660551" y="2009783"/>
            <a:ext cx="7081919" cy="3764605"/>
          </a:xfrm>
          <a:solidFill>
            <a:schemeClr val="bg2">
              <a:lumMod val="85000"/>
            </a:schemeClr>
          </a:solidFill>
        </p:spPr>
        <p:txBody>
          <a:bodyPr/>
          <a:lstStyle>
            <a:lvl1pPr marL="0" indent="0">
              <a:buNone/>
              <a:defRPr>
                <a:solidFill>
                  <a:srgbClr val="000000"/>
                </a:solidFill>
              </a:defRPr>
            </a:lvl1pPr>
          </a:lstStyle>
          <a:p>
            <a:r>
              <a:rPr lang="en-US"/>
              <a:t>Image</a:t>
            </a:r>
          </a:p>
        </p:txBody>
      </p:sp>
      <p:sp>
        <p:nvSpPr>
          <p:cNvPr id="9"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pic>
        <p:nvPicPr>
          <p:cNvPr id="2" name="Picture 1">
            <a:extLst>
              <a:ext uri="{FF2B5EF4-FFF2-40B4-BE49-F238E27FC236}">
                <a16:creationId xmlns:a16="http://schemas.microsoft.com/office/drawing/2014/main" id="{9431E091-BB94-6034-532F-86BCEC981D93}"/>
              </a:ext>
            </a:extLst>
          </p:cNvPr>
          <p:cNvPicPr>
            <a:picLocks noChangeAspect="1"/>
          </p:cNvPicPr>
          <p:nvPr userDrawn="1"/>
        </p:nvPicPr>
        <p:blipFill>
          <a:blip r:embed="rId2"/>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30535782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8" name="Θέση κειμένου 12"/>
          <p:cNvSpPr>
            <a:spLocks noGrp="1"/>
          </p:cNvSpPr>
          <p:nvPr>
            <p:ph type="body" sz="quarter" idx="10" hasCustomPrompt="1"/>
          </p:nvPr>
        </p:nvSpPr>
        <p:spPr>
          <a:xfrm>
            <a:off x="6407151" y="2017060"/>
            <a:ext cx="5049725" cy="1010321"/>
          </a:xfrm>
        </p:spPr>
        <p:txBody>
          <a:bodyPr>
            <a:normAutofit/>
          </a:bodyPr>
          <a:lstStyle>
            <a:lvl1pPr marL="0" indent="0">
              <a:buNone/>
              <a:defRPr lang="en-US" sz="1600" b="0" kern="1200" dirty="0" smtClean="0">
                <a:solidFill>
                  <a:schemeClr val="tx1"/>
                </a:solidFill>
                <a:latin typeface="+mn-lt"/>
                <a:ea typeface="+mn-ea"/>
                <a:cs typeface="+mn-cs"/>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1</a:t>
            </a:r>
          </a:p>
          <a:p>
            <a:pPr lvl="0"/>
            <a:r>
              <a:rPr lang="en-US"/>
              <a:t>Lorem ipsum dolor sit </a:t>
            </a:r>
            <a:r>
              <a:rPr lang="en-US" err="1"/>
              <a:t>amet</a:t>
            </a:r>
            <a:r>
              <a:rPr lang="en-US"/>
              <a:t>, </a:t>
            </a:r>
            <a:r>
              <a:rPr lang="en-US" err="1"/>
              <a:t>consectetur</a:t>
            </a:r>
            <a:endParaRPr lang="en-US"/>
          </a:p>
          <a:p>
            <a:pPr lvl="0"/>
            <a:endParaRPr lang="en-US"/>
          </a:p>
        </p:txBody>
      </p:sp>
      <p:graphicFrame>
        <p:nvGraphicFramePr>
          <p:cNvPr id="5" name="Γράφημα 4"/>
          <p:cNvGraphicFramePr/>
          <p:nvPr userDrawn="1">
            <p:extLst>
              <p:ext uri="{D42A27DB-BD31-4B8C-83A1-F6EECF244321}">
                <p14:modId xmlns:p14="http://schemas.microsoft.com/office/powerpoint/2010/main" val="3297725272"/>
              </p:ext>
            </p:extLst>
          </p:nvPr>
        </p:nvGraphicFramePr>
        <p:xfrm>
          <a:off x="477840" y="1857874"/>
          <a:ext cx="5017771" cy="3766569"/>
        </p:xfrm>
        <a:graphic>
          <a:graphicData uri="http://schemas.openxmlformats.org/drawingml/2006/chart">
            <c:chart xmlns:c="http://schemas.openxmlformats.org/drawingml/2006/chart" xmlns:r="http://schemas.openxmlformats.org/officeDocument/2006/relationships" r:id="rId2"/>
          </a:graphicData>
        </a:graphic>
      </p:graphicFrame>
      <p:sp>
        <p:nvSpPr>
          <p:cNvPr id="6" name="Θέση κειμένου 12"/>
          <p:cNvSpPr>
            <a:spLocks noGrp="1"/>
          </p:cNvSpPr>
          <p:nvPr>
            <p:ph type="body" sz="quarter" idx="11" hasCustomPrompt="1"/>
          </p:nvPr>
        </p:nvSpPr>
        <p:spPr>
          <a:xfrm>
            <a:off x="6407150" y="3343984"/>
            <a:ext cx="5049725" cy="1010321"/>
          </a:xfrm>
        </p:spPr>
        <p:txBody>
          <a:bodyPr>
            <a:normAutofit/>
          </a:bodyPr>
          <a:lstStyle>
            <a:lvl1pPr marL="0" indent="0">
              <a:buNone/>
              <a:defRPr lang="en-US" sz="1600" b="0" kern="1200" dirty="0" smtClean="0">
                <a:solidFill>
                  <a:schemeClr val="tx1"/>
                </a:solidFill>
                <a:latin typeface="+mn-lt"/>
                <a:ea typeface="+mn-ea"/>
                <a:cs typeface="+mn-cs"/>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2</a:t>
            </a:r>
          </a:p>
          <a:p>
            <a:pPr lvl="0"/>
            <a:r>
              <a:rPr lang="en-US"/>
              <a:t>Lorem ipsum dolor sit </a:t>
            </a:r>
            <a:r>
              <a:rPr lang="en-US" err="1"/>
              <a:t>amet</a:t>
            </a:r>
            <a:r>
              <a:rPr lang="en-US"/>
              <a:t>, </a:t>
            </a:r>
            <a:r>
              <a:rPr lang="en-US" err="1"/>
              <a:t>consectetur</a:t>
            </a:r>
            <a:endParaRPr lang="en-US"/>
          </a:p>
          <a:p>
            <a:pPr lvl="0"/>
            <a:endParaRPr lang="en-US"/>
          </a:p>
        </p:txBody>
      </p:sp>
      <p:sp>
        <p:nvSpPr>
          <p:cNvPr id="9" name="Θέση κειμένου 12"/>
          <p:cNvSpPr>
            <a:spLocks noGrp="1"/>
          </p:cNvSpPr>
          <p:nvPr>
            <p:ph type="body" sz="quarter" idx="12" hasCustomPrompt="1"/>
          </p:nvPr>
        </p:nvSpPr>
        <p:spPr>
          <a:xfrm>
            <a:off x="6407148" y="4721264"/>
            <a:ext cx="5049725" cy="1010321"/>
          </a:xfrm>
        </p:spPr>
        <p:txBody>
          <a:bodyPr>
            <a:normAutofit/>
          </a:bodyPr>
          <a:lstStyle>
            <a:lvl1pPr marL="0" indent="0">
              <a:buNone/>
              <a:defRPr lang="en-US" sz="1600" b="0" kern="1200" dirty="0" smtClean="0">
                <a:solidFill>
                  <a:schemeClr val="tx1"/>
                </a:solidFill>
                <a:latin typeface="+mn-lt"/>
                <a:ea typeface="+mn-ea"/>
                <a:cs typeface="+mn-cs"/>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3</a:t>
            </a:r>
          </a:p>
          <a:p>
            <a:pPr lvl="0"/>
            <a:r>
              <a:rPr lang="en-US"/>
              <a:t>Lorem ipsum dolor sit </a:t>
            </a:r>
            <a:r>
              <a:rPr lang="en-US" err="1"/>
              <a:t>amet</a:t>
            </a:r>
            <a:r>
              <a:rPr lang="en-US"/>
              <a:t>, </a:t>
            </a:r>
            <a:r>
              <a:rPr lang="en-US" err="1"/>
              <a:t>consectetur</a:t>
            </a:r>
            <a:endParaRPr lang="en-US"/>
          </a:p>
          <a:p>
            <a:pPr lvl="0"/>
            <a:endParaRPr lang="en-US"/>
          </a:p>
        </p:txBody>
      </p:sp>
      <p:sp>
        <p:nvSpPr>
          <p:cNvPr id="11"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pic>
        <p:nvPicPr>
          <p:cNvPr id="2" name="Picture 1">
            <a:extLst>
              <a:ext uri="{FF2B5EF4-FFF2-40B4-BE49-F238E27FC236}">
                <a16:creationId xmlns:a16="http://schemas.microsoft.com/office/drawing/2014/main" id="{52D48F87-0EFD-154B-4D1E-CC1318F7E0DC}"/>
              </a:ext>
            </a:extLst>
          </p:cNvPr>
          <p:cNvPicPr>
            <a:picLocks noChangeAspect="1"/>
          </p:cNvPicPr>
          <p:nvPr userDrawn="1"/>
        </p:nvPicPr>
        <p:blipFill>
          <a:blip r:embed="rId3"/>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14580637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E">
    <p:spTree>
      <p:nvGrpSpPr>
        <p:cNvPr id="1" name=""/>
        <p:cNvGrpSpPr/>
        <p:nvPr/>
      </p:nvGrpSpPr>
      <p:grpSpPr>
        <a:xfrm>
          <a:off x="0" y="0"/>
          <a:ext cx="0" cy="0"/>
          <a:chOff x="0" y="0"/>
          <a:chExt cx="0" cy="0"/>
        </a:xfrm>
      </p:grpSpPr>
      <p:sp>
        <p:nvSpPr>
          <p:cNvPr id="19" name="TextBox 18"/>
          <p:cNvSpPr txBox="1"/>
          <p:nvPr userDrawn="1"/>
        </p:nvSpPr>
        <p:spPr>
          <a:xfrm>
            <a:off x="1737367" y="1880382"/>
            <a:ext cx="2586424" cy="784830"/>
          </a:xfrm>
          <a:prstGeom prst="rect">
            <a:avLst/>
          </a:prstGeom>
          <a:noFill/>
        </p:spPr>
        <p:txBody>
          <a:bodyPr wrap="square" rtlCol="0">
            <a:spAutoFit/>
          </a:bodyPr>
          <a:lstStyle/>
          <a:p>
            <a:pPr algn="r"/>
            <a:r>
              <a:rPr lang="en-US" sz="1500" b="0" i="0" kern="1200">
                <a:solidFill>
                  <a:schemeClr val="tx1">
                    <a:lumMod val="95000"/>
                    <a:lumOff val="5000"/>
                  </a:schemeClr>
                </a:solidFill>
                <a:effectLst/>
                <a:latin typeface="+mn-lt"/>
                <a:ea typeface="+mn-ea"/>
                <a:cs typeface="+mn-cs"/>
              </a:rPr>
              <a:t>Lorem ipsum dolor sit </a:t>
            </a:r>
            <a:r>
              <a:rPr lang="en-US" sz="1500" b="0" i="0" kern="1200" err="1">
                <a:solidFill>
                  <a:schemeClr val="tx1">
                    <a:lumMod val="95000"/>
                    <a:lumOff val="5000"/>
                  </a:schemeClr>
                </a:solidFill>
                <a:effectLst/>
                <a:latin typeface="+mn-lt"/>
                <a:ea typeface="+mn-ea"/>
                <a:cs typeface="+mn-cs"/>
              </a:rPr>
              <a:t>amet</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consectetur</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adipiscing</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elit</a:t>
            </a:r>
            <a:r>
              <a:rPr lang="en-US" sz="1500" b="0" i="0" kern="1200">
                <a:solidFill>
                  <a:schemeClr val="tx1">
                    <a:lumMod val="95000"/>
                    <a:lumOff val="5000"/>
                  </a:schemeClr>
                </a:solidFill>
                <a:effectLst/>
                <a:latin typeface="+mn-lt"/>
                <a:ea typeface="+mn-ea"/>
                <a:cs typeface="+mn-cs"/>
              </a:rPr>
              <a:t>.</a:t>
            </a:r>
            <a:endParaRPr lang="en-US" sz="1500">
              <a:solidFill>
                <a:schemeClr val="tx1">
                  <a:lumMod val="95000"/>
                  <a:lumOff val="5000"/>
                </a:schemeClr>
              </a:solidFill>
            </a:endParaRPr>
          </a:p>
        </p:txBody>
      </p:sp>
      <p:sp>
        <p:nvSpPr>
          <p:cNvPr id="20" name="TextBox 19"/>
          <p:cNvSpPr txBox="1"/>
          <p:nvPr userDrawn="1"/>
        </p:nvSpPr>
        <p:spPr>
          <a:xfrm>
            <a:off x="1737367" y="1513655"/>
            <a:ext cx="2586423" cy="323165"/>
          </a:xfrm>
          <a:prstGeom prst="rect">
            <a:avLst/>
          </a:prstGeom>
          <a:noFill/>
        </p:spPr>
        <p:txBody>
          <a:bodyPr wrap="square" rtlCol="0">
            <a:spAutoFit/>
          </a:bodyPr>
          <a:lstStyle/>
          <a:p>
            <a:pPr algn="r"/>
            <a:r>
              <a:rPr lang="en-US" sz="1500" b="1" i="0" kern="1200">
                <a:solidFill>
                  <a:srgbClr val="0A2240"/>
                </a:solidFill>
                <a:effectLst/>
                <a:latin typeface="+mn-lt"/>
                <a:ea typeface="+mn-ea"/>
                <a:cs typeface="+mn-cs"/>
              </a:rPr>
              <a:t>Title</a:t>
            </a:r>
            <a:endParaRPr lang="en-US" sz="1500" b="1">
              <a:solidFill>
                <a:srgbClr val="0A2240"/>
              </a:solidFill>
            </a:endParaRPr>
          </a:p>
        </p:txBody>
      </p:sp>
      <p:sp>
        <p:nvSpPr>
          <p:cNvPr id="22" name="TextBox 21"/>
          <p:cNvSpPr txBox="1"/>
          <p:nvPr userDrawn="1"/>
        </p:nvSpPr>
        <p:spPr>
          <a:xfrm>
            <a:off x="1436565" y="3739463"/>
            <a:ext cx="2586424" cy="784830"/>
          </a:xfrm>
          <a:prstGeom prst="rect">
            <a:avLst/>
          </a:prstGeom>
          <a:noFill/>
        </p:spPr>
        <p:txBody>
          <a:bodyPr wrap="square" rtlCol="0">
            <a:spAutoFit/>
          </a:bodyPr>
          <a:lstStyle/>
          <a:p>
            <a:pPr algn="r"/>
            <a:r>
              <a:rPr lang="en-US" sz="1500" b="0" i="0" kern="1200">
                <a:solidFill>
                  <a:schemeClr val="tx1">
                    <a:lumMod val="95000"/>
                    <a:lumOff val="5000"/>
                  </a:schemeClr>
                </a:solidFill>
                <a:effectLst/>
                <a:latin typeface="+mn-lt"/>
                <a:ea typeface="+mn-ea"/>
                <a:cs typeface="+mn-cs"/>
              </a:rPr>
              <a:t>Lorem ipsum dolor sit </a:t>
            </a:r>
            <a:r>
              <a:rPr lang="en-US" sz="1500" b="0" i="0" kern="1200" err="1">
                <a:solidFill>
                  <a:schemeClr val="tx1">
                    <a:lumMod val="95000"/>
                    <a:lumOff val="5000"/>
                  </a:schemeClr>
                </a:solidFill>
                <a:effectLst/>
                <a:latin typeface="+mn-lt"/>
                <a:ea typeface="+mn-ea"/>
                <a:cs typeface="+mn-cs"/>
              </a:rPr>
              <a:t>amet</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consectetur</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adipiscing</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elit</a:t>
            </a:r>
            <a:r>
              <a:rPr lang="en-US" sz="1500" b="0" i="0" kern="1200">
                <a:solidFill>
                  <a:schemeClr val="tx1">
                    <a:lumMod val="95000"/>
                    <a:lumOff val="5000"/>
                  </a:schemeClr>
                </a:solidFill>
                <a:effectLst/>
                <a:latin typeface="+mn-lt"/>
                <a:ea typeface="+mn-ea"/>
                <a:cs typeface="+mn-cs"/>
              </a:rPr>
              <a:t>.</a:t>
            </a:r>
            <a:endParaRPr lang="en-US" sz="1500">
              <a:solidFill>
                <a:schemeClr val="tx1">
                  <a:lumMod val="95000"/>
                  <a:lumOff val="5000"/>
                </a:schemeClr>
              </a:solidFill>
            </a:endParaRPr>
          </a:p>
        </p:txBody>
      </p:sp>
      <p:sp>
        <p:nvSpPr>
          <p:cNvPr id="23" name="TextBox 22"/>
          <p:cNvSpPr txBox="1"/>
          <p:nvPr userDrawn="1"/>
        </p:nvSpPr>
        <p:spPr>
          <a:xfrm>
            <a:off x="1436566" y="3372736"/>
            <a:ext cx="2586423" cy="323165"/>
          </a:xfrm>
          <a:prstGeom prst="rect">
            <a:avLst/>
          </a:prstGeom>
          <a:noFill/>
        </p:spPr>
        <p:txBody>
          <a:bodyPr wrap="square" rtlCol="0">
            <a:spAutoFit/>
          </a:bodyPr>
          <a:lstStyle/>
          <a:p>
            <a:pPr algn="r"/>
            <a:r>
              <a:rPr lang="en-US" sz="1500" b="1" i="0" kern="1200">
                <a:solidFill>
                  <a:srgbClr val="6BFF4A"/>
                </a:solidFill>
                <a:effectLst/>
                <a:latin typeface="+mn-lt"/>
                <a:ea typeface="+mn-ea"/>
                <a:cs typeface="+mn-cs"/>
              </a:rPr>
              <a:t>Title</a:t>
            </a:r>
            <a:endParaRPr lang="en-US" sz="1500" b="1">
              <a:solidFill>
                <a:srgbClr val="6BFF4A"/>
              </a:solidFill>
            </a:endParaRPr>
          </a:p>
        </p:txBody>
      </p:sp>
      <p:sp>
        <p:nvSpPr>
          <p:cNvPr id="24" name="TextBox 23"/>
          <p:cNvSpPr txBox="1"/>
          <p:nvPr userDrawn="1"/>
        </p:nvSpPr>
        <p:spPr>
          <a:xfrm>
            <a:off x="7865835" y="4657816"/>
            <a:ext cx="2586424" cy="784830"/>
          </a:xfrm>
          <a:prstGeom prst="rect">
            <a:avLst/>
          </a:prstGeom>
          <a:noFill/>
        </p:spPr>
        <p:txBody>
          <a:bodyPr wrap="square" rtlCol="0">
            <a:spAutoFit/>
          </a:bodyPr>
          <a:lstStyle/>
          <a:p>
            <a:pPr algn="l"/>
            <a:r>
              <a:rPr lang="en-US" sz="1500" b="0" i="0" kern="1200">
                <a:solidFill>
                  <a:schemeClr val="tx1">
                    <a:lumMod val="95000"/>
                    <a:lumOff val="5000"/>
                  </a:schemeClr>
                </a:solidFill>
                <a:effectLst/>
                <a:latin typeface="+mn-lt"/>
                <a:ea typeface="+mn-ea"/>
                <a:cs typeface="+mn-cs"/>
              </a:rPr>
              <a:t>Lorem ipsum dolor sit </a:t>
            </a:r>
            <a:r>
              <a:rPr lang="en-US" sz="1500" b="0" i="0" kern="1200" err="1">
                <a:solidFill>
                  <a:schemeClr val="tx1">
                    <a:lumMod val="95000"/>
                    <a:lumOff val="5000"/>
                  </a:schemeClr>
                </a:solidFill>
                <a:effectLst/>
                <a:latin typeface="+mn-lt"/>
                <a:ea typeface="+mn-ea"/>
                <a:cs typeface="+mn-cs"/>
              </a:rPr>
              <a:t>amet</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consectetur</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adipiscing</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elit</a:t>
            </a:r>
            <a:r>
              <a:rPr lang="en-US" sz="1500" b="0" i="0" kern="1200">
                <a:solidFill>
                  <a:schemeClr val="tx1">
                    <a:lumMod val="95000"/>
                    <a:lumOff val="5000"/>
                  </a:schemeClr>
                </a:solidFill>
                <a:effectLst/>
                <a:latin typeface="+mn-lt"/>
                <a:ea typeface="+mn-ea"/>
                <a:cs typeface="+mn-cs"/>
              </a:rPr>
              <a:t>.</a:t>
            </a:r>
            <a:endParaRPr lang="en-US" sz="1500">
              <a:solidFill>
                <a:schemeClr val="tx1">
                  <a:lumMod val="95000"/>
                  <a:lumOff val="5000"/>
                </a:schemeClr>
              </a:solidFill>
            </a:endParaRPr>
          </a:p>
        </p:txBody>
      </p:sp>
      <p:sp>
        <p:nvSpPr>
          <p:cNvPr id="25" name="TextBox 24"/>
          <p:cNvSpPr txBox="1"/>
          <p:nvPr userDrawn="1"/>
        </p:nvSpPr>
        <p:spPr>
          <a:xfrm>
            <a:off x="7865835" y="4291089"/>
            <a:ext cx="2586423" cy="323165"/>
          </a:xfrm>
          <a:prstGeom prst="rect">
            <a:avLst/>
          </a:prstGeom>
          <a:noFill/>
        </p:spPr>
        <p:txBody>
          <a:bodyPr wrap="square" rtlCol="0">
            <a:spAutoFit/>
          </a:bodyPr>
          <a:lstStyle/>
          <a:p>
            <a:pPr algn="l"/>
            <a:r>
              <a:rPr lang="en-US" sz="1500" b="1" i="0" kern="1200">
                <a:solidFill>
                  <a:srgbClr val="795AFD"/>
                </a:solidFill>
                <a:effectLst/>
                <a:latin typeface="+mn-lt"/>
                <a:ea typeface="+mn-ea"/>
                <a:cs typeface="+mn-cs"/>
              </a:rPr>
              <a:t>Title</a:t>
            </a:r>
            <a:endParaRPr lang="en-US" sz="1500" b="1">
              <a:solidFill>
                <a:srgbClr val="795AFD"/>
              </a:solidFill>
            </a:endParaRPr>
          </a:p>
        </p:txBody>
      </p:sp>
      <p:sp>
        <p:nvSpPr>
          <p:cNvPr id="26" name="TextBox 25"/>
          <p:cNvSpPr txBox="1"/>
          <p:nvPr userDrawn="1"/>
        </p:nvSpPr>
        <p:spPr>
          <a:xfrm>
            <a:off x="7865833" y="1883927"/>
            <a:ext cx="2586424" cy="784830"/>
          </a:xfrm>
          <a:prstGeom prst="rect">
            <a:avLst/>
          </a:prstGeom>
          <a:noFill/>
        </p:spPr>
        <p:txBody>
          <a:bodyPr wrap="square" rtlCol="0">
            <a:spAutoFit/>
          </a:bodyPr>
          <a:lstStyle/>
          <a:p>
            <a:pPr algn="l"/>
            <a:r>
              <a:rPr lang="en-US" sz="1500" b="0" i="0" kern="1200">
                <a:solidFill>
                  <a:schemeClr val="tx1">
                    <a:lumMod val="95000"/>
                    <a:lumOff val="5000"/>
                  </a:schemeClr>
                </a:solidFill>
                <a:effectLst/>
                <a:latin typeface="+mn-lt"/>
                <a:ea typeface="+mn-ea"/>
                <a:cs typeface="+mn-cs"/>
              </a:rPr>
              <a:t>Lorem ipsum dolor sit </a:t>
            </a:r>
            <a:r>
              <a:rPr lang="en-US" sz="1500" b="0" i="0" kern="1200" err="1">
                <a:solidFill>
                  <a:schemeClr val="tx1">
                    <a:lumMod val="95000"/>
                    <a:lumOff val="5000"/>
                  </a:schemeClr>
                </a:solidFill>
                <a:effectLst/>
                <a:latin typeface="+mn-lt"/>
                <a:ea typeface="+mn-ea"/>
                <a:cs typeface="+mn-cs"/>
              </a:rPr>
              <a:t>amet</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consectetur</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adipiscing</a:t>
            </a:r>
            <a:r>
              <a:rPr lang="en-US" sz="1500" b="0" i="0" kern="1200">
                <a:solidFill>
                  <a:schemeClr val="tx1">
                    <a:lumMod val="95000"/>
                    <a:lumOff val="5000"/>
                  </a:schemeClr>
                </a:solidFill>
                <a:effectLst/>
                <a:latin typeface="+mn-lt"/>
                <a:ea typeface="+mn-ea"/>
                <a:cs typeface="+mn-cs"/>
              </a:rPr>
              <a:t> </a:t>
            </a:r>
            <a:r>
              <a:rPr lang="en-US" sz="1500" b="0" i="0" kern="1200" err="1">
                <a:solidFill>
                  <a:schemeClr val="tx1">
                    <a:lumMod val="95000"/>
                    <a:lumOff val="5000"/>
                  </a:schemeClr>
                </a:solidFill>
                <a:effectLst/>
                <a:latin typeface="+mn-lt"/>
                <a:ea typeface="+mn-ea"/>
                <a:cs typeface="+mn-cs"/>
              </a:rPr>
              <a:t>elit</a:t>
            </a:r>
            <a:r>
              <a:rPr lang="en-US" sz="1500" b="0" i="0" kern="1200">
                <a:solidFill>
                  <a:schemeClr val="tx1">
                    <a:lumMod val="95000"/>
                    <a:lumOff val="5000"/>
                  </a:schemeClr>
                </a:solidFill>
                <a:effectLst/>
                <a:latin typeface="+mn-lt"/>
                <a:ea typeface="+mn-ea"/>
                <a:cs typeface="+mn-cs"/>
              </a:rPr>
              <a:t>.</a:t>
            </a:r>
            <a:endParaRPr lang="en-US" sz="1500">
              <a:solidFill>
                <a:schemeClr val="tx1">
                  <a:lumMod val="95000"/>
                  <a:lumOff val="5000"/>
                </a:schemeClr>
              </a:solidFill>
            </a:endParaRPr>
          </a:p>
        </p:txBody>
      </p:sp>
      <p:sp>
        <p:nvSpPr>
          <p:cNvPr id="27" name="TextBox 26"/>
          <p:cNvSpPr txBox="1"/>
          <p:nvPr userDrawn="1"/>
        </p:nvSpPr>
        <p:spPr>
          <a:xfrm>
            <a:off x="7865834" y="1517200"/>
            <a:ext cx="2586423" cy="323165"/>
          </a:xfrm>
          <a:prstGeom prst="rect">
            <a:avLst/>
          </a:prstGeom>
          <a:noFill/>
        </p:spPr>
        <p:txBody>
          <a:bodyPr wrap="square" rtlCol="0">
            <a:spAutoFit/>
          </a:bodyPr>
          <a:lstStyle/>
          <a:p>
            <a:pPr algn="l"/>
            <a:r>
              <a:rPr lang="en-US" sz="1500" b="1" i="0" kern="1200">
                <a:solidFill>
                  <a:srgbClr val="00F1F2"/>
                </a:solidFill>
                <a:effectLst/>
                <a:latin typeface="+mn-lt"/>
                <a:ea typeface="+mn-ea"/>
                <a:cs typeface="+mn-cs"/>
              </a:rPr>
              <a:t>Title</a:t>
            </a:r>
            <a:endParaRPr lang="en-US" sz="1500" b="1">
              <a:solidFill>
                <a:srgbClr val="00F1F2"/>
              </a:solidFill>
            </a:endParaRPr>
          </a:p>
        </p:txBody>
      </p:sp>
      <p:graphicFrame>
        <p:nvGraphicFramePr>
          <p:cNvPr id="13" name="Γράφημα 12"/>
          <p:cNvGraphicFramePr/>
          <p:nvPr userDrawn="1">
            <p:extLst>
              <p:ext uri="{D42A27DB-BD31-4B8C-83A1-F6EECF244321}">
                <p14:modId xmlns:p14="http://schemas.microsoft.com/office/powerpoint/2010/main" val="3549134077"/>
              </p:ext>
            </p:extLst>
          </p:nvPr>
        </p:nvGraphicFramePr>
        <p:xfrm>
          <a:off x="4215234" y="1877302"/>
          <a:ext cx="3759159" cy="3625832"/>
        </p:xfrm>
        <a:graphic>
          <a:graphicData uri="http://schemas.openxmlformats.org/drawingml/2006/chart">
            <c:chart xmlns:c="http://schemas.openxmlformats.org/drawingml/2006/chart" xmlns:r="http://schemas.openxmlformats.org/officeDocument/2006/relationships" r:id="rId2"/>
          </a:graphicData>
        </a:graphic>
      </p:graphicFrame>
      <p:sp>
        <p:nvSpPr>
          <p:cNvPr id="18" name="Τίτλος 1"/>
          <p:cNvSpPr>
            <a:spLocks noGrp="1"/>
          </p:cNvSpPr>
          <p:nvPr>
            <p:ph type="title" hasCustomPrompt="1"/>
          </p:nvPr>
        </p:nvSpPr>
        <p:spPr>
          <a:xfrm>
            <a:off x="476655" y="473458"/>
            <a:ext cx="8074493" cy="438582"/>
          </a:xfrm>
        </p:spPr>
        <p:txBody>
          <a:bodyPr>
            <a:spAutoFit/>
          </a:bodyPr>
          <a:lstStyle>
            <a:lvl1pPr>
              <a:defRPr sz="2500">
                <a:solidFill>
                  <a:schemeClr val="tx1"/>
                </a:solidFill>
              </a:defRPr>
            </a:lvl1pPr>
          </a:lstStyle>
          <a:p>
            <a:r>
              <a:rPr lang="en-US"/>
              <a:t>Title</a:t>
            </a:r>
          </a:p>
        </p:txBody>
      </p:sp>
      <p:pic>
        <p:nvPicPr>
          <p:cNvPr id="2" name="Picture 1">
            <a:extLst>
              <a:ext uri="{FF2B5EF4-FFF2-40B4-BE49-F238E27FC236}">
                <a16:creationId xmlns:a16="http://schemas.microsoft.com/office/drawing/2014/main" id="{00ED9461-CE7D-2E49-62D3-602DCEAD93CE}"/>
              </a:ext>
            </a:extLst>
          </p:cNvPr>
          <p:cNvPicPr>
            <a:picLocks noChangeAspect="1"/>
          </p:cNvPicPr>
          <p:nvPr userDrawn="1"/>
        </p:nvPicPr>
        <p:blipFill>
          <a:blip r:embed="rId3"/>
          <a:stretch>
            <a:fillRect/>
          </a:stretch>
        </p:blipFill>
        <p:spPr>
          <a:xfrm>
            <a:off x="9456094" y="202326"/>
            <a:ext cx="2259253" cy="709714"/>
          </a:xfrm>
          <a:prstGeom prst="rect">
            <a:avLst/>
          </a:prstGeom>
        </p:spPr>
      </p:pic>
    </p:spTree>
    <p:extLst>
      <p:ext uri="{BB962C8B-B14F-4D97-AF65-F5344CB8AC3E}">
        <p14:creationId xmlns:p14="http://schemas.microsoft.com/office/powerpoint/2010/main" val="41806306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_YOU_A">
    <p:spTree>
      <p:nvGrpSpPr>
        <p:cNvPr id="1" name=""/>
        <p:cNvGrpSpPr/>
        <p:nvPr/>
      </p:nvGrpSpPr>
      <p:grpSpPr>
        <a:xfrm>
          <a:off x="0" y="0"/>
          <a:ext cx="0" cy="0"/>
          <a:chOff x="0" y="0"/>
          <a:chExt cx="0" cy="0"/>
        </a:xfrm>
      </p:grpSpPr>
      <p:pic>
        <p:nvPicPr>
          <p:cNvPr id="4" name="Εικόνα 3"/>
          <p:cNvPicPr>
            <a:picLocks noChangeAspect="1"/>
          </p:cNvPicPr>
          <p:nvPr userDrawn="1"/>
        </p:nvPicPr>
        <p:blipFill>
          <a:blip r:embed="rId2"/>
          <a:stretch>
            <a:fillRect/>
          </a:stretch>
        </p:blipFill>
        <p:spPr>
          <a:xfrm>
            <a:off x="4213414" y="5453911"/>
            <a:ext cx="3755461" cy="554784"/>
          </a:xfrm>
          <a:prstGeom prst="rect">
            <a:avLst/>
          </a:prstGeom>
        </p:spPr>
      </p:pic>
    </p:spTree>
    <p:extLst>
      <p:ext uri="{BB962C8B-B14F-4D97-AF65-F5344CB8AC3E}">
        <p14:creationId xmlns:p14="http://schemas.microsoft.com/office/powerpoint/2010/main" val="997329160"/>
      </p:ext>
    </p:extLst>
  </p:cSld>
  <p:clrMapOvr>
    <a:masterClrMapping/>
  </p:clrMapOvr>
  <p:extLst>
    <p:ext uri="{DCECCB84-F9BA-43D5-87BE-67443E8EF086}">
      <p15:sldGuideLst xmlns:p15="http://schemas.microsoft.com/office/powerpoint/2012/main">
        <p15:guide id="1" orient="horz" pos="228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_YOU_B">
    <p:spTree>
      <p:nvGrpSpPr>
        <p:cNvPr id="1" name=""/>
        <p:cNvGrpSpPr/>
        <p:nvPr/>
      </p:nvGrpSpPr>
      <p:grpSpPr>
        <a:xfrm>
          <a:off x="0" y="0"/>
          <a:ext cx="0" cy="0"/>
          <a:chOff x="0" y="0"/>
          <a:chExt cx="0" cy="0"/>
        </a:xfrm>
      </p:grpSpPr>
      <p:pic>
        <p:nvPicPr>
          <p:cNvPr id="4" name="Εικόνα 3"/>
          <p:cNvPicPr>
            <a:picLocks noChangeAspect="1"/>
          </p:cNvPicPr>
          <p:nvPr userDrawn="1"/>
        </p:nvPicPr>
        <p:blipFill>
          <a:blip r:embed="rId2"/>
          <a:stretch>
            <a:fillRect/>
          </a:stretch>
        </p:blipFill>
        <p:spPr>
          <a:xfrm>
            <a:off x="1560236" y="5493139"/>
            <a:ext cx="3755461" cy="554784"/>
          </a:xfrm>
          <a:prstGeom prst="rect">
            <a:avLst/>
          </a:prstGeom>
        </p:spPr>
      </p:pic>
    </p:spTree>
    <p:extLst>
      <p:ext uri="{BB962C8B-B14F-4D97-AF65-F5344CB8AC3E}">
        <p14:creationId xmlns:p14="http://schemas.microsoft.com/office/powerpoint/2010/main" val="2187501390"/>
      </p:ext>
    </p:extLst>
  </p:cSld>
  <p:clrMapOvr>
    <a:masterClrMapping/>
  </p:clrMapOvr>
  <p:extLst>
    <p:ext uri="{DCECCB84-F9BA-43D5-87BE-67443E8EF086}">
      <p15:sldGuideLst xmlns:p15="http://schemas.microsoft.com/office/powerpoint/2012/main">
        <p15:guide id="1" orient="horz" pos="228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Διαφάνεια τίτλου">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C1E3-6A7C-C21D-910D-C4B7DFFF5270}"/>
              </a:ext>
            </a:extLst>
          </p:cNvPr>
          <p:cNvSpPr>
            <a:spLocks noGrp="1"/>
          </p:cNvSpPr>
          <p:nvPr>
            <p:ph type="ctrTitle"/>
          </p:nvPr>
        </p:nvSpPr>
        <p:spPr>
          <a:xfrm>
            <a:off x="6660000" y="3429000"/>
            <a:ext cx="4990663" cy="1419798"/>
          </a:xfrm>
        </p:spPr>
        <p:txBody>
          <a:bodyPr anchor="b">
            <a:noAutofit/>
          </a:bodyPr>
          <a:lstStyle>
            <a:lvl1pPr algn="l">
              <a:defRPr sz="4000">
                <a:solidFill>
                  <a:schemeClr val="bg1"/>
                </a:solidFill>
              </a:defRPr>
            </a:lvl1pPr>
          </a:lstStyle>
          <a:p>
            <a:r>
              <a:rPr lang="el-GR"/>
              <a:t>Κάντε κλικ για να επεξεργαστείτε τον τίτλο υποδείγματος</a:t>
            </a:r>
            <a:endParaRPr lang="en-GB"/>
          </a:p>
        </p:txBody>
      </p:sp>
      <p:sp>
        <p:nvSpPr>
          <p:cNvPr id="3" name="Subtitle 2">
            <a:extLst>
              <a:ext uri="{FF2B5EF4-FFF2-40B4-BE49-F238E27FC236}">
                <a16:creationId xmlns:a16="http://schemas.microsoft.com/office/drawing/2014/main" id="{D4E0DA90-2FF2-F36C-F9FF-CD7A192F009A}"/>
              </a:ext>
            </a:extLst>
          </p:cNvPr>
          <p:cNvSpPr>
            <a:spLocks noGrp="1"/>
          </p:cNvSpPr>
          <p:nvPr>
            <p:ph type="subTitle" idx="1"/>
          </p:nvPr>
        </p:nvSpPr>
        <p:spPr>
          <a:xfrm>
            <a:off x="6660000" y="4860000"/>
            <a:ext cx="4990663" cy="51508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endParaRPr lang="en-GB"/>
          </a:p>
        </p:txBody>
      </p:sp>
      <p:sp>
        <p:nvSpPr>
          <p:cNvPr id="5" name="Text Placeholder 4">
            <a:extLst>
              <a:ext uri="{FF2B5EF4-FFF2-40B4-BE49-F238E27FC236}">
                <a16:creationId xmlns:a16="http://schemas.microsoft.com/office/drawing/2014/main" id="{0BF22EE5-7CD1-6514-BB45-B148143157D6}"/>
              </a:ext>
            </a:extLst>
          </p:cNvPr>
          <p:cNvSpPr>
            <a:spLocks noGrp="1"/>
          </p:cNvSpPr>
          <p:nvPr>
            <p:ph type="body" sz="quarter" idx="10"/>
          </p:nvPr>
        </p:nvSpPr>
        <p:spPr>
          <a:xfrm>
            <a:off x="6659999" y="5688000"/>
            <a:ext cx="4990663" cy="279413"/>
          </a:xfrm>
        </p:spPr>
        <p:txBody>
          <a:bodyPr/>
          <a:lstStyle>
            <a:lvl1pPr>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l-GR"/>
              <a:t>Στυλ κειμένου υποδείγματος</a:t>
            </a:r>
          </a:p>
        </p:txBody>
      </p:sp>
      <p:pic>
        <p:nvPicPr>
          <p:cNvPr id="7" name="Picture 6">
            <a:extLst>
              <a:ext uri="{FF2B5EF4-FFF2-40B4-BE49-F238E27FC236}">
                <a16:creationId xmlns:a16="http://schemas.microsoft.com/office/drawing/2014/main" id="{3C6EDF33-A675-877A-E42B-CA18DC5818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4825" y="504825"/>
            <a:ext cx="3288799" cy="1036322"/>
          </a:xfrm>
          <a:prstGeom prst="rect">
            <a:avLst/>
          </a:prstGeom>
        </p:spPr>
      </p:pic>
    </p:spTree>
    <p:extLst>
      <p:ext uri="{BB962C8B-B14F-4D97-AF65-F5344CB8AC3E}">
        <p14:creationId xmlns:p14="http://schemas.microsoft.com/office/powerpoint/2010/main" val="2822540015"/>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0AC38-BED1-9031-E2E0-CB195EDFD8B7}"/>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73B26F26-EA3D-40AC-124C-008BE90D71FC}"/>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Date Placeholder 3">
            <a:extLst>
              <a:ext uri="{FF2B5EF4-FFF2-40B4-BE49-F238E27FC236}">
                <a16:creationId xmlns:a16="http://schemas.microsoft.com/office/drawing/2014/main" id="{DFCC11D5-984D-8680-D542-25A06BDC5C8B}"/>
              </a:ext>
            </a:extLst>
          </p:cNvPr>
          <p:cNvSpPr>
            <a:spLocks noGrp="1"/>
          </p:cNvSpPr>
          <p:nvPr>
            <p:ph type="dt" sz="half" idx="10"/>
          </p:nvPr>
        </p:nvSpPr>
        <p:spPr/>
        <p:txBody>
          <a:bodyPr/>
          <a:lstStyle/>
          <a:p>
            <a:fld id="{B1F9B2FB-59A6-44A5-92C2-8964990DA95E}" type="datetime1">
              <a:rPr lang="en-GB" smtClean="0"/>
              <a:t>24/03/2026</a:t>
            </a:fld>
            <a:endParaRPr lang="en-GB"/>
          </a:p>
        </p:txBody>
      </p:sp>
      <p:sp>
        <p:nvSpPr>
          <p:cNvPr id="5" name="Footer Placeholder 4">
            <a:extLst>
              <a:ext uri="{FF2B5EF4-FFF2-40B4-BE49-F238E27FC236}">
                <a16:creationId xmlns:a16="http://schemas.microsoft.com/office/drawing/2014/main" id="{3D2E529F-F811-2979-BFFA-08BB8BC2F24E}"/>
              </a:ext>
            </a:extLst>
          </p:cNvPr>
          <p:cNvSpPr>
            <a:spLocks noGrp="1"/>
          </p:cNvSpPr>
          <p:nvPr>
            <p:ph type="ftr" sz="quarter" idx="11"/>
          </p:nvPr>
        </p:nvSpPr>
        <p:spPr/>
        <p:txBody>
          <a:bodyPr/>
          <a:lstStyle/>
          <a:p>
            <a:r>
              <a:rPr lang="en-GB"/>
              <a:t>Copyright </a:t>
            </a:r>
            <a:r>
              <a:rPr lang="en-GB" err="1"/>
              <a:t>Metlen</a:t>
            </a:r>
            <a:r>
              <a:rPr lang="en-GB"/>
              <a:t> 2024</a:t>
            </a:r>
          </a:p>
        </p:txBody>
      </p:sp>
      <p:sp>
        <p:nvSpPr>
          <p:cNvPr id="6" name="Slide Number Placeholder 5">
            <a:extLst>
              <a:ext uri="{FF2B5EF4-FFF2-40B4-BE49-F238E27FC236}">
                <a16:creationId xmlns:a16="http://schemas.microsoft.com/office/drawing/2014/main" id="{40A69BFE-A663-D9A7-8252-C853694690A1}"/>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285433292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06A7F83-26A7-360D-2D6F-F0DC1EB0FF45}"/>
              </a:ext>
            </a:extLst>
          </p:cNvPr>
          <p:cNvSpPr>
            <a:spLocks noGrp="1"/>
          </p:cNvSpPr>
          <p:nvPr>
            <p:ph type="body" sz="quarter" idx="10" hasCustomPrompt="1"/>
          </p:nvPr>
        </p:nvSpPr>
        <p:spPr>
          <a:xfrm>
            <a:off x="917999"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9" name="Rectangle 8">
            <a:extLst>
              <a:ext uri="{FF2B5EF4-FFF2-40B4-BE49-F238E27FC236}">
                <a16:creationId xmlns:a16="http://schemas.microsoft.com/office/drawing/2014/main" id="{7D3D5F90-B0E5-BD40-FE57-8A49C8F1FCF0}"/>
              </a:ext>
            </a:extLst>
          </p:cNvPr>
          <p:cNvSpPr/>
          <p:nvPr userDrawn="1"/>
        </p:nvSpPr>
        <p:spPr>
          <a:xfrm>
            <a:off x="504825" y="504825"/>
            <a:ext cx="241200" cy="584676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0" name="Rectangle 9">
            <a:extLst>
              <a:ext uri="{FF2B5EF4-FFF2-40B4-BE49-F238E27FC236}">
                <a16:creationId xmlns:a16="http://schemas.microsoft.com/office/drawing/2014/main" id="{3B80C38D-C3CC-1A85-000F-E622C857B47F}"/>
              </a:ext>
            </a:extLst>
          </p:cNvPr>
          <p:cNvSpPr/>
          <p:nvPr userDrawn="1"/>
        </p:nvSpPr>
        <p:spPr>
          <a:xfrm>
            <a:off x="3304800" y="504824"/>
            <a:ext cx="144000" cy="5846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1" name="Rectangle 10">
            <a:extLst>
              <a:ext uri="{FF2B5EF4-FFF2-40B4-BE49-F238E27FC236}">
                <a16:creationId xmlns:a16="http://schemas.microsoft.com/office/drawing/2014/main" id="{58235425-EBB9-508A-4CAE-945061A81B00}"/>
              </a:ext>
            </a:extLst>
          </p:cNvPr>
          <p:cNvSpPr/>
          <p:nvPr userDrawn="1"/>
        </p:nvSpPr>
        <p:spPr>
          <a:xfrm>
            <a:off x="6104775" y="504823"/>
            <a:ext cx="97200" cy="5846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2" name="Rectangle 11">
            <a:extLst>
              <a:ext uri="{FF2B5EF4-FFF2-40B4-BE49-F238E27FC236}">
                <a16:creationId xmlns:a16="http://schemas.microsoft.com/office/drawing/2014/main" id="{D0BF33D6-F98B-F8B9-CE20-536C4B0F9E65}"/>
              </a:ext>
            </a:extLst>
          </p:cNvPr>
          <p:cNvSpPr/>
          <p:nvPr userDrawn="1"/>
        </p:nvSpPr>
        <p:spPr>
          <a:xfrm>
            <a:off x="8904750" y="504822"/>
            <a:ext cx="46800" cy="584676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3" name="Text Placeholder 6">
            <a:extLst>
              <a:ext uri="{FF2B5EF4-FFF2-40B4-BE49-F238E27FC236}">
                <a16:creationId xmlns:a16="http://schemas.microsoft.com/office/drawing/2014/main" id="{AC818D78-B9ED-E915-059D-4B3E21521778}"/>
              </a:ext>
            </a:extLst>
          </p:cNvPr>
          <p:cNvSpPr>
            <a:spLocks noGrp="1"/>
          </p:cNvSpPr>
          <p:nvPr>
            <p:ph type="body" sz="quarter" idx="11" hasCustomPrompt="1"/>
          </p:nvPr>
        </p:nvSpPr>
        <p:spPr>
          <a:xfrm>
            <a:off x="3620774"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14" name="Text Placeholder 6">
            <a:extLst>
              <a:ext uri="{FF2B5EF4-FFF2-40B4-BE49-F238E27FC236}">
                <a16:creationId xmlns:a16="http://schemas.microsoft.com/office/drawing/2014/main" id="{63290905-EBAE-CD32-316C-B5692367804C}"/>
              </a:ext>
            </a:extLst>
          </p:cNvPr>
          <p:cNvSpPr>
            <a:spLocks noGrp="1"/>
          </p:cNvSpPr>
          <p:nvPr>
            <p:ph type="body" sz="quarter" idx="12" hasCustomPrompt="1"/>
          </p:nvPr>
        </p:nvSpPr>
        <p:spPr>
          <a:xfrm>
            <a:off x="6373949"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
        <p:nvSpPr>
          <p:cNvPr id="15" name="Text Placeholder 6">
            <a:extLst>
              <a:ext uri="{FF2B5EF4-FFF2-40B4-BE49-F238E27FC236}">
                <a16:creationId xmlns:a16="http://schemas.microsoft.com/office/drawing/2014/main" id="{20F31D49-C720-AB6E-2077-83E66F82FABC}"/>
              </a:ext>
            </a:extLst>
          </p:cNvPr>
          <p:cNvSpPr>
            <a:spLocks noGrp="1"/>
          </p:cNvSpPr>
          <p:nvPr>
            <p:ph type="body" sz="quarter" idx="13" hasCustomPrompt="1"/>
          </p:nvPr>
        </p:nvSpPr>
        <p:spPr>
          <a:xfrm>
            <a:off x="9123751" y="4593770"/>
            <a:ext cx="2211643" cy="1621973"/>
          </a:xfrm>
        </p:spPr>
        <p:txBody>
          <a:bodyPr anchor="b"/>
          <a:lstStyle>
            <a:lvl1pPr>
              <a:lnSpc>
                <a:spcPct val="80000"/>
              </a:lnSpc>
              <a:defRPr sz="11500">
                <a:solidFill>
                  <a:schemeClr val="accent1"/>
                </a:solidFill>
                <a:latin typeface="Manrope SemiBold" pitchFamily="2" charset="0"/>
              </a:defRPr>
            </a:lvl1pPr>
            <a:lvl2pPr>
              <a:lnSpc>
                <a:spcPct val="80000"/>
              </a:lnSpc>
              <a:defRPr sz="2000">
                <a:solidFill>
                  <a:schemeClr val="accent1"/>
                </a:solidFill>
              </a:defRPr>
            </a:lvl2pPr>
          </a:lstStyle>
          <a:p>
            <a:pPr lvl="0"/>
            <a:r>
              <a:rPr lang="en-US"/>
              <a:t>00</a:t>
            </a:r>
          </a:p>
          <a:p>
            <a:pPr lvl="1"/>
            <a:r>
              <a:rPr lang="en-US"/>
              <a:t>Second level</a:t>
            </a:r>
          </a:p>
        </p:txBody>
      </p:sp>
    </p:spTree>
    <p:extLst>
      <p:ext uri="{BB962C8B-B14F-4D97-AF65-F5344CB8AC3E}">
        <p14:creationId xmlns:p14="http://schemas.microsoft.com/office/powerpoint/2010/main" val="424992265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Δύο περιεχόμενα">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4"/>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2DD56FF8-04CD-4145-B00D-EE36E12E8744}"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68969923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with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2826000"/>
            <a:ext cx="4381200" cy="3141413"/>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p>
            <a:fld id="{F4A7F130-52B7-458E-9ACC-418ABA4A0503}"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Copyright Metlen 2024</a:t>
            </a:r>
          </a:p>
        </p:txBody>
      </p:sp>
      <p:sp>
        <p:nvSpPr>
          <p:cNvPr id="9" name="Text Placeholder 8">
            <a:extLst>
              <a:ext uri="{FF2B5EF4-FFF2-40B4-BE49-F238E27FC236}">
                <a16:creationId xmlns:a16="http://schemas.microsoft.com/office/drawing/2014/main" id="{22A9DD82-C964-D3DC-22AB-D3B588BE94CB}"/>
              </a:ext>
            </a:extLst>
          </p:cNvPr>
          <p:cNvSpPr>
            <a:spLocks noGrp="1"/>
          </p:cNvSpPr>
          <p:nvPr>
            <p:ph type="body" sz="quarter" idx="13"/>
          </p:nvPr>
        </p:nvSpPr>
        <p:spPr>
          <a:xfrm>
            <a:off x="504825" y="1628775"/>
            <a:ext cx="4381198" cy="1139992"/>
          </a:xfrm>
          <a:solidFill>
            <a:schemeClr val="bg1"/>
          </a:solidFill>
          <a:effectLst>
            <a:outerShdw dist="19050" dir="10800000" algn="ctr" rotWithShape="0">
              <a:schemeClr val="accent2"/>
            </a:outerShdw>
          </a:effectLst>
        </p:spPr>
        <p:txBody>
          <a:bodyPr lIns="360000">
            <a:spAutoFit/>
          </a:bodyPr>
          <a:lstStyle>
            <a:lvl1pPr>
              <a:defRPr sz="1600"/>
            </a:lvl1pPr>
            <a:lvl2pPr>
              <a:defRPr sz="1300"/>
            </a:lvl2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8" name="Slide Number Placeholder 5">
            <a:extLst>
              <a:ext uri="{FF2B5EF4-FFF2-40B4-BE49-F238E27FC236}">
                <a16:creationId xmlns:a16="http://schemas.microsoft.com/office/drawing/2014/main" id="{3726D39D-A8F8-66C3-1993-B4A8C5201D7A}"/>
              </a:ext>
            </a:extLst>
          </p:cNvPr>
          <p:cNvSpPr txBox="1">
            <a:spLocks/>
          </p:cNvSpPr>
          <p:nvPr userDrawn="1"/>
        </p:nvSpPr>
        <p:spPr>
          <a:xfrm>
            <a:off x="11089516" y="6119815"/>
            <a:ext cx="713547" cy="384174"/>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A53E11-492D-48B3-9F9B-09541CA2A39A}" type="slidenum">
              <a:rPr lang="en-GB" smtClean="0"/>
              <a:pPr/>
              <a:t>‹#›</a:t>
            </a:fld>
            <a:endParaRPr lang="en-GB"/>
          </a:p>
        </p:txBody>
      </p:sp>
    </p:spTree>
    <p:extLst>
      <p:ext uri="{BB962C8B-B14F-4D97-AF65-F5344CB8AC3E}">
        <p14:creationId xmlns:p14="http://schemas.microsoft.com/office/powerpoint/2010/main" val="151135252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ntent with Intro Dark">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p:txBody>
          <a:bodyPr/>
          <a:lstStyle>
            <a:lvl1pPr>
              <a:defRPr>
                <a:solidFill>
                  <a:schemeClr val="bg1"/>
                </a:solidFill>
              </a:defRPr>
            </a:lvl1p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2826000"/>
            <a:ext cx="4381200" cy="3141413"/>
          </a:xfrm>
        </p:spPr>
        <p:txBody>
          <a:bodyPr/>
          <a:lstStyle>
            <a:lvl1pPr>
              <a:defRPr>
                <a:solidFill>
                  <a:schemeClr val="bg1"/>
                </a:solidFill>
              </a:defRPr>
            </a:lvl1pPr>
            <a:lvl2pPr>
              <a:defRPr>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Content Placeholder 3">
            <a:extLst>
              <a:ext uri="{FF2B5EF4-FFF2-40B4-BE49-F238E27FC236}">
                <a16:creationId xmlns:a16="http://schemas.microsoft.com/office/drawing/2014/main" id="{9316325E-A8D8-4356-8054-A314C1AF0A0C}"/>
              </a:ext>
            </a:extLst>
          </p:cNvPr>
          <p:cNvSpPr>
            <a:spLocks noGrp="1"/>
          </p:cNvSpPr>
          <p:nvPr>
            <p:ph sz="half" idx="2"/>
          </p:nvPr>
        </p:nvSpPr>
        <p:spPr>
          <a:xfrm>
            <a:off x="6096000" y="1628775"/>
            <a:ext cx="4381200" cy="4338640"/>
          </a:xfrm>
        </p:spPr>
        <p:txBody>
          <a:bodyPr/>
          <a:lstStyle>
            <a:lvl1pPr>
              <a:defRPr>
                <a:solidFill>
                  <a:schemeClr val="bg1"/>
                </a:solidFill>
              </a:defRPr>
            </a:lvl1pPr>
            <a:lvl2pPr>
              <a:defRPr>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F27CDF13-2457-4D53-A769-ECD8DDAF957D}"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lvl1pPr>
              <a:defRPr>
                <a:solidFill>
                  <a:schemeClr val="bg1"/>
                </a:solidFill>
              </a:defRPr>
            </a:lvl1p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9" name="Text Placeholder 8">
            <a:extLst>
              <a:ext uri="{FF2B5EF4-FFF2-40B4-BE49-F238E27FC236}">
                <a16:creationId xmlns:a16="http://schemas.microsoft.com/office/drawing/2014/main" id="{22A9DD82-C964-D3DC-22AB-D3B588BE94CB}"/>
              </a:ext>
            </a:extLst>
          </p:cNvPr>
          <p:cNvSpPr>
            <a:spLocks noGrp="1"/>
          </p:cNvSpPr>
          <p:nvPr>
            <p:ph type="body" sz="quarter" idx="13"/>
          </p:nvPr>
        </p:nvSpPr>
        <p:spPr>
          <a:xfrm>
            <a:off x="504825" y="1628775"/>
            <a:ext cx="4381198" cy="1139992"/>
          </a:xfrm>
          <a:solidFill>
            <a:schemeClr val="accent1"/>
          </a:solidFill>
          <a:effectLst>
            <a:outerShdw dist="19050" dir="10800000" algn="ctr" rotWithShape="0">
              <a:schemeClr val="accent4"/>
            </a:outerShdw>
          </a:effectLst>
        </p:spPr>
        <p:txBody>
          <a:bodyPr lIns="360000">
            <a:spAutoFit/>
          </a:bodyPr>
          <a:lstStyle>
            <a:lvl1pPr>
              <a:defRPr sz="1600">
                <a:solidFill>
                  <a:schemeClr val="bg1"/>
                </a:solidFill>
              </a:defRPr>
            </a:lvl1pPr>
            <a:lvl2pPr>
              <a:defRPr sz="1300">
                <a:solidFill>
                  <a:schemeClr val="bg1"/>
                </a:solidFill>
              </a:defRPr>
            </a:lvl2pPr>
            <a:lvl3pPr>
              <a:defRPr>
                <a:solidFill>
                  <a:schemeClr val="accent4"/>
                </a:solidFill>
              </a:defRPr>
            </a:lvl3pPr>
            <a:lvl4pPr>
              <a:defRPr>
                <a:solidFill>
                  <a:schemeClr val="accent4"/>
                </a:solidFill>
              </a:defRPr>
            </a:lvl4pPr>
            <a:lvl5pPr>
              <a:defRPr>
                <a:solidFill>
                  <a:schemeClr val="bg1"/>
                </a:solidFill>
              </a:defRPr>
            </a:lvl5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2854783248"/>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D8FE2B5-300E-B323-A2C4-8048745CA9E7}"/>
              </a:ext>
            </a:extLst>
          </p:cNvPr>
          <p:cNvSpPr>
            <a:spLocks noGrp="1"/>
          </p:cNvSpPr>
          <p:nvPr>
            <p:ph type="pic" sz="quarter" idx="13"/>
          </p:nvPr>
        </p:nvSpPr>
        <p:spPr>
          <a:xfrm>
            <a:off x="5896800" y="0"/>
            <a:ext cx="6295200" cy="6858000"/>
          </a:xfrm>
          <a:custGeom>
            <a:avLst/>
            <a:gdLst>
              <a:gd name="connsiteX0" fmla="*/ 0 w 6295200"/>
              <a:gd name="connsiteY0" fmla="*/ 0 h 6858000"/>
              <a:gd name="connsiteX1" fmla="*/ 6295200 w 6295200"/>
              <a:gd name="connsiteY1" fmla="*/ 0 h 6858000"/>
              <a:gd name="connsiteX2" fmla="*/ 6295200 w 6295200"/>
              <a:gd name="connsiteY2" fmla="*/ 6858000 h 6858000"/>
              <a:gd name="connsiteX3" fmla="*/ 2491200 w 62952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295200" h="6858000">
                <a:moveTo>
                  <a:pt x="0" y="0"/>
                </a:moveTo>
                <a:lnTo>
                  <a:pt x="6295200" y="0"/>
                </a:lnTo>
                <a:lnTo>
                  <a:pt x="6295200" y="6858000"/>
                </a:lnTo>
                <a:lnTo>
                  <a:pt x="2491200" y="6858000"/>
                </a:lnTo>
                <a:close/>
              </a:path>
            </a:pathLst>
          </a:custGeom>
          <a:solidFill>
            <a:schemeClr val="bg1">
              <a:lumMod val="85000"/>
            </a:schemeClr>
          </a:solidFill>
        </p:spPr>
        <p:txBody>
          <a:bodyPr wrap="square">
            <a:noAutofit/>
          </a:bodyPr>
          <a:lstStyle>
            <a:lvl1pPr algn="r">
              <a:defRPr/>
            </a:lvl1pPr>
          </a:lstStyle>
          <a:p>
            <a:r>
              <a:rPr lang="el-GR"/>
              <a:t>Κάντε κλικ στο εικονίδιο για να προσθέσετε εικόνα</a:t>
            </a:r>
            <a:endParaRPr lang="en-US"/>
          </a:p>
        </p:txBody>
      </p:sp>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504826" y="504824"/>
            <a:ext cx="4381198" cy="1123951"/>
          </a:xfrm>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6"/>
            <a:ext cx="4381200"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5AA4CD3D-7E55-4823-9780-E8B232E4A606}"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8762354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and Two Images">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F5C7150-B424-A091-D546-B72747D4C006}"/>
              </a:ext>
            </a:extLst>
          </p:cNvPr>
          <p:cNvSpPr>
            <a:spLocks noGrp="1"/>
          </p:cNvSpPr>
          <p:nvPr>
            <p:ph type="pic" sz="quarter" idx="14"/>
          </p:nvPr>
        </p:nvSpPr>
        <p:spPr>
          <a:xfrm>
            <a:off x="6212400" y="3535200"/>
            <a:ext cx="5979600" cy="3322800"/>
          </a:xfrm>
          <a:solidFill>
            <a:schemeClr val="bg1">
              <a:lumMod val="85000"/>
            </a:schemeClr>
          </a:solidFill>
        </p:spPr>
        <p:txBody>
          <a:bodyPr/>
          <a:lstStyle/>
          <a:p>
            <a:r>
              <a:rPr lang="el-GR"/>
              <a:t>Κάντε κλικ στο εικονίδιο για να προσθέσετε εικόνα</a:t>
            </a:r>
            <a:endParaRPr lang="en-US"/>
          </a:p>
        </p:txBody>
      </p:sp>
      <p:sp>
        <p:nvSpPr>
          <p:cNvPr id="2" name="Title 1">
            <a:extLst>
              <a:ext uri="{FF2B5EF4-FFF2-40B4-BE49-F238E27FC236}">
                <a16:creationId xmlns:a16="http://schemas.microsoft.com/office/drawing/2014/main" id="{AA2934A7-BB27-0705-778A-9BC1A80F5880}"/>
              </a:ext>
            </a:extLst>
          </p:cNvPr>
          <p:cNvSpPr>
            <a:spLocks noGrp="1"/>
          </p:cNvSpPr>
          <p:nvPr>
            <p:ph type="title"/>
          </p:nvPr>
        </p:nvSpPr>
        <p:spPr>
          <a:xfrm>
            <a:off x="504826" y="504824"/>
            <a:ext cx="4381198" cy="1123951"/>
          </a:xfrm>
        </p:spPr>
        <p:txBody>
          <a:bodyPr/>
          <a:lstStyle/>
          <a:p>
            <a:r>
              <a:rPr lang="el-GR"/>
              <a:t>Κάντε κλικ για να επεξεργαστείτε τον τίτλο υποδείγματος</a:t>
            </a:r>
            <a:endParaRPr lang="en-GB"/>
          </a:p>
        </p:txBody>
      </p:sp>
      <p:sp>
        <p:nvSpPr>
          <p:cNvPr id="3" name="Content Placeholder 2">
            <a:extLst>
              <a:ext uri="{FF2B5EF4-FFF2-40B4-BE49-F238E27FC236}">
                <a16:creationId xmlns:a16="http://schemas.microsoft.com/office/drawing/2014/main" id="{4423D824-2B92-00E0-3B10-2E7351FAE033}"/>
              </a:ext>
            </a:extLst>
          </p:cNvPr>
          <p:cNvSpPr>
            <a:spLocks noGrp="1"/>
          </p:cNvSpPr>
          <p:nvPr>
            <p:ph sz="half" idx="1"/>
          </p:nvPr>
        </p:nvSpPr>
        <p:spPr>
          <a:xfrm>
            <a:off x="504824" y="1628776"/>
            <a:ext cx="4381200"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586182C2-1D80-49C5-9C11-FF48C249706A}"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8" name="Picture Placeholder 7">
            <a:extLst>
              <a:ext uri="{FF2B5EF4-FFF2-40B4-BE49-F238E27FC236}">
                <a16:creationId xmlns:a16="http://schemas.microsoft.com/office/drawing/2014/main" id="{223152E5-69BC-A16E-8E71-9526A9770D57}"/>
              </a:ext>
            </a:extLst>
          </p:cNvPr>
          <p:cNvSpPr>
            <a:spLocks noGrp="1"/>
          </p:cNvSpPr>
          <p:nvPr>
            <p:ph type="pic" sz="quarter" idx="13"/>
          </p:nvPr>
        </p:nvSpPr>
        <p:spPr>
          <a:xfrm>
            <a:off x="6212400" y="0"/>
            <a:ext cx="5979600" cy="3322800"/>
          </a:xfrm>
          <a:solidFill>
            <a:schemeClr val="bg1">
              <a:lumMod val="85000"/>
            </a:schemeClr>
          </a:solidFill>
        </p:spPr>
        <p:txBody>
          <a:bodyPr/>
          <a:lstStyle/>
          <a:p>
            <a:r>
              <a:rPr lang="el-GR"/>
              <a:t>Κάντε κλικ στο εικονίδιο για να προσθέσετε εικόνα</a:t>
            </a:r>
            <a:endParaRPr lang="en-US"/>
          </a:p>
        </p:txBody>
      </p:sp>
    </p:spTree>
    <p:extLst>
      <p:ext uri="{BB962C8B-B14F-4D97-AF65-F5344CB8AC3E}">
        <p14:creationId xmlns:p14="http://schemas.microsoft.com/office/powerpoint/2010/main" val="426909159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lumns and Large Imag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1F5C7150-B424-A091-D546-B72747D4C006}"/>
              </a:ext>
            </a:extLst>
          </p:cNvPr>
          <p:cNvSpPr>
            <a:spLocks noGrp="1"/>
          </p:cNvSpPr>
          <p:nvPr>
            <p:ph type="pic" sz="quarter" idx="14"/>
          </p:nvPr>
        </p:nvSpPr>
        <p:spPr>
          <a:xfrm>
            <a:off x="0" y="2106000"/>
            <a:ext cx="12193200" cy="4752000"/>
          </a:xfrm>
          <a:solidFill>
            <a:schemeClr val="bg1">
              <a:lumMod val="85000"/>
            </a:schemeClr>
          </a:solidFill>
        </p:spPr>
        <p:txBody>
          <a:bodyPr/>
          <a:lstStyle/>
          <a:p>
            <a:r>
              <a:rPr lang="el-GR"/>
              <a:t>Κάντε κλικ στο εικονίδιο για να προσθέσετε εικόνα</a:t>
            </a:r>
            <a:endParaRPr lang="en-US"/>
          </a:p>
        </p:txBody>
      </p:sp>
      <p:sp>
        <p:nvSpPr>
          <p:cNvPr id="5" name="Date Placeholder 4">
            <a:extLst>
              <a:ext uri="{FF2B5EF4-FFF2-40B4-BE49-F238E27FC236}">
                <a16:creationId xmlns:a16="http://schemas.microsoft.com/office/drawing/2014/main" id="{48109A4F-CF52-ABB2-91FD-CF9C01BF0DA3}"/>
              </a:ext>
            </a:extLst>
          </p:cNvPr>
          <p:cNvSpPr>
            <a:spLocks noGrp="1"/>
          </p:cNvSpPr>
          <p:nvPr>
            <p:ph type="dt" sz="half" idx="10"/>
          </p:nvPr>
        </p:nvSpPr>
        <p:spPr/>
        <p:txBody>
          <a:bodyPr/>
          <a:lstStyle>
            <a:lvl1pPr>
              <a:defRPr>
                <a:solidFill>
                  <a:schemeClr val="bg1"/>
                </a:solidFill>
              </a:defRPr>
            </a:lvl1pPr>
          </a:lstStyle>
          <a:p>
            <a:fld id="{E10B984C-B0C1-48A1-BCC2-EE7B1B71791F}" type="datetime1">
              <a:rPr lang="en-GB" smtClean="0"/>
              <a:t>24/03/2026</a:t>
            </a:fld>
            <a:endParaRPr lang="en-GB"/>
          </a:p>
        </p:txBody>
      </p:sp>
      <p:sp>
        <p:nvSpPr>
          <p:cNvPr id="6" name="Footer Placeholder 5">
            <a:extLst>
              <a:ext uri="{FF2B5EF4-FFF2-40B4-BE49-F238E27FC236}">
                <a16:creationId xmlns:a16="http://schemas.microsoft.com/office/drawing/2014/main" id="{EC5B9B47-9D04-96FB-8B95-D7BC38470F9A}"/>
              </a:ext>
            </a:extLst>
          </p:cNvPr>
          <p:cNvSpPr>
            <a:spLocks noGrp="1"/>
          </p:cNvSpPr>
          <p:nvPr>
            <p:ph type="ftr" sz="quarter" idx="11"/>
          </p:nvPr>
        </p:nvSpPr>
        <p:spPr/>
        <p:txBody>
          <a:bodyPr/>
          <a:lstStyle>
            <a:lvl1pPr>
              <a:defRPr>
                <a:solidFill>
                  <a:schemeClr val="bg1"/>
                </a:solidFill>
              </a:defRPr>
            </a:lvl1pPr>
          </a:lstStyle>
          <a:p>
            <a:r>
              <a:rPr lang="en-GB"/>
              <a:t>Copyright Metlen 2024</a:t>
            </a:r>
          </a:p>
        </p:txBody>
      </p:sp>
      <p:sp>
        <p:nvSpPr>
          <p:cNvPr id="7" name="Slide Number Placeholder 6">
            <a:extLst>
              <a:ext uri="{FF2B5EF4-FFF2-40B4-BE49-F238E27FC236}">
                <a16:creationId xmlns:a16="http://schemas.microsoft.com/office/drawing/2014/main" id="{859D9458-0376-0EC1-BA89-A49552E192E8}"/>
              </a:ext>
            </a:extLst>
          </p:cNvPr>
          <p:cNvSpPr>
            <a:spLocks noGrp="1"/>
          </p:cNvSpPr>
          <p:nvPr>
            <p:ph type="sldNum" sz="quarter" idx="12"/>
          </p:nvPr>
        </p:nvSpPr>
        <p:spPr/>
        <p:txBody>
          <a:bodyPr/>
          <a:lstStyle>
            <a:lvl1pPr>
              <a:defRPr sz="1000">
                <a:solidFill>
                  <a:schemeClr val="bg1"/>
                </a:solidFill>
              </a:defRPr>
            </a:lvl1pPr>
          </a:lstStyle>
          <a:p>
            <a:fld id="{CBA53E11-492D-48B3-9F9B-09541CA2A39A}" type="slidenum">
              <a:rPr lang="en-GB" smtClean="0"/>
              <a:pPr/>
              <a:t>‹#›</a:t>
            </a:fld>
            <a:endParaRPr lang="en-GB"/>
          </a:p>
        </p:txBody>
      </p:sp>
      <p:sp>
        <p:nvSpPr>
          <p:cNvPr id="10" name="Title 9">
            <a:extLst>
              <a:ext uri="{FF2B5EF4-FFF2-40B4-BE49-F238E27FC236}">
                <a16:creationId xmlns:a16="http://schemas.microsoft.com/office/drawing/2014/main" id="{009504DB-B4F9-7040-3FCB-1DDB7D71AC95}"/>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12" name="Text Placeholder 15">
            <a:extLst>
              <a:ext uri="{FF2B5EF4-FFF2-40B4-BE49-F238E27FC236}">
                <a16:creationId xmlns:a16="http://schemas.microsoft.com/office/drawing/2014/main" id="{D2B6A793-AE74-1AC8-B6A6-BEA700A923A4}"/>
              </a:ext>
            </a:extLst>
          </p:cNvPr>
          <p:cNvSpPr>
            <a:spLocks noGrp="1"/>
          </p:cNvSpPr>
          <p:nvPr>
            <p:ph type="body" sz="quarter" idx="17"/>
          </p:nvPr>
        </p:nvSpPr>
        <p:spPr>
          <a:xfrm>
            <a:off x="504824" y="1350001"/>
            <a:ext cx="4381199" cy="672744"/>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13" name="Text Placeholder 15">
            <a:extLst>
              <a:ext uri="{FF2B5EF4-FFF2-40B4-BE49-F238E27FC236}">
                <a16:creationId xmlns:a16="http://schemas.microsoft.com/office/drawing/2014/main" id="{6842F9A2-0040-80D6-7778-A2D65FECE49B}"/>
              </a:ext>
            </a:extLst>
          </p:cNvPr>
          <p:cNvSpPr>
            <a:spLocks noGrp="1"/>
          </p:cNvSpPr>
          <p:nvPr>
            <p:ph type="body" sz="quarter" idx="18"/>
          </p:nvPr>
        </p:nvSpPr>
        <p:spPr>
          <a:xfrm>
            <a:off x="6096000" y="1350001"/>
            <a:ext cx="4381199" cy="672744"/>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3080092724"/>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xt and Large Conten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24F791-C01C-68D1-2BD3-5C002C55EFC7}"/>
              </a:ext>
            </a:extLst>
          </p:cNvPr>
          <p:cNvSpPr>
            <a:spLocks noGrp="1"/>
          </p:cNvSpPr>
          <p:nvPr>
            <p:ph type="title"/>
          </p:nvPr>
        </p:nvSpPr>
        <p:spPr/>
        <p:txBody>
          <a:bodyPr/>
          <a:lstStyle/>
          <a:p>
            <a:r>
              <a:rPr lang="el-GR"/>
              <a:t>Κάντε κλικ για να επεξεργαστείτε τον τίτλο υποδείγματος</a:t>
            </a:r>
            <a:endParaRPr lang="en-US"/>
          </a:p>
        </p:txBody>
      </p:sp>
      <p:sp>
        <p:nvSpPr>
          <p:cNvPr id="11" name="Content Placeholder 10">
            <a:extLst>
              <a:ext uri="{FF2B5EF4-FFF2-40B4-BE49-F238E27FC236}">
                <a16:creationId xmlns:a16="http://schemas.microsoft.com/office/drawing/2014/main" id="{D99FC5B9-0BFF-7577-C420-91E3375B6C45}"/>
              </a:ext>
            </a:extLst>
          </p:cNvPr>
          <p:cNvSpPr>
            <a:spLocks noGrp="1"/>
          </p:cNvSpPr>
          <p:nvPr>
            <p:ph sz="quarter" idx="13"/>
          </p:nvPr>
        </p:nvSpPr>
        <p:spPr>
          <a:xfrm>
            <a:off x="4032000" y="1628775"/>
            <a:ext cx="7618663"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12" name="Date Placeholder 11">
            <a:extLst>
              <a:ext uri="{FF2B5EF4-FFF2-40B4-BE49-F238E27FC236}">
                <a16:creationId xmlns:a16="http://schemas.microsoft.com/office/drawing/2014/main" id="{8DF00E2E-96A4-E880-DB96-7BDABD306327}"/>
              </a:ext>
            </a:extLst>
          </p:cNvPr>
          <p:cNvSpPr>
            <a:spLocks noGrp="1"/>
          </p:cNvSpPr>
          <p:nvPr>
            <p:ph type="dt" sz="half" idx="14"/>
          </p:nvPr>
        </p:nvSpPr>
        <p:spPr/>
        <p:txBody>
          <a:bodyPr/>
          <a:lstStyle/>
          <a:p>
            <a:fld id="{5B6E6BE8-1DBA-4596-B043-FCAF22F57518}" type="datetime1">
              <a:rPr lang="en-GB" smtClean="0"/>
              <a:t>24/03/2026</a:t>
            </a:fld>
            <a:endParaRPr lang="en-GB"/>
          </a:p>
        </p:txBody>
      </p:sp>
      <p:sp>
        <p:nvSpPr>
          <p:cNvPr id="13" name="Footer Placeholder 12">
            <a:extLst>
              <a:ext uri="{FF2B5EF4-FFF2-40B4-BE49-F238E27FC236}">
                <a16:creationId xmlns:a16="http://schemas.microsoft.com/office/drawing/2014/main" id="{B5FDEE80-815C-AB62-FD6E-5693DEC6F39A}"/>
              </a:ext>
            </a:extLst>
          </p:cNvPr>
          <p:cNvSpPr>
            <a:spLocks noGrp="1"/>
          </p:cNvSpPr>
          <p:nvPr>
            <p:ph type="ftr" sz="quarter" idx="15"/>
          </p:nvPr>
        </p:nvSpPr>
        <p:spPr/>
        <p:txBody>
          <a:bodyPr/>
          <a:lstStyle/>
          <a:p>
            <a:r>
              <a:rPr lang="en-GB"/>
              <a:t>Copyright Metlen 2024</a:t>
            </a:r>
          </a:p>
        </p:txBody>
      </p:sp>
      <p:sp>
        <p:nvSpPr>
          <p:cNvPr id="14" name="Slide Number Placeholder 13">
            <a:extLst>
              <a:ext uri="{FF2B5EF4-FFF2-40B4-BE49-F238E27FC236}">
                <a16:creationId xmlns:a16="http://schemas.microsoft.com/office/drawing/2014/main" id="{A66494C5-CE1B-E76A-D308-DE98D083A23B}"/>
              </a:ext>
            </a:extLst>
          </p:cNvPr>
          <p:cNvSpPr>
            <a:spLocks noGrp="1"/>
          </p:cNvSpPr>
          <p:nvPr>
            <p:ph type="sldNum" sz="quarter" idx="16"/>
          </p:nvPr>
        </p:nvSpPr>
        <p:spPr/>
        <p:txBody>
          <a:bodyPr/>
          <a:lstStyle>
            <a:lvl1pPr>
              <a:defRPr sz="1000"/>
            </a:lvl1pPr>
          </a:lstStyle>
          <a:p>
            <a:fld id="{CBA53E11-492D-48B3-9F9B-09541CA2A39A}" type="slidenum">
              <a:rPr lang="en-GB" smtClean="0"/>
              <a:pPr/>
              <a:t>‹#›</a:t>
            </a:fld>
            <a:endParaRPr lang="en-GB"/>
          </a:p>
        </p:txBody>
      </p:sp>
      <p:sp>
        <p:nvSpPr>
          <p:cNvPr id="17" name="Text Placeholder 15">
            <a:extLst>
              <a:ext uri="{FF2B5EF4-FFF2-40B4-BE49-F238E27FC236}">
                <a16:creationId xmlns:a16="http://schemas.microsoft.com/office/drawing/2014/main" id="{7FBA872F-6E56-FCD0-65C4-B366596A385F}"/>
              </a:ext>
            </a:extLst>
          </p:cNvPr>
          <p:cNvSpPr>
            <a:spLocks noGrp="1"/>
          </p:cNvSpPr>
          <p:nvPr>
            <p:ph type="body" sz="quarter" idx="17"/>
          </p:nvPr>
        </p:nvSpPr>
        <p:spPr>
          <a:xfrm>
            <a:off x="504825" y="1628775"/>
            <a:ext cx="2592388" cy="43386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Tree>
    <p:extLst>
      <p:ext uri="{BB962C8B-B14F-4D97-AF65-F5344CB8AC3E}">
        <p14:creationId xmlns:p14="http://schemas.microsoft.com/office/powerpoint/2010/main" val="1620025553"/>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Κεφαλίδα ενότητας">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BBBA-B749-218C-54ED-3B48437A005E}"/>
              </a:ext>
            </a:extLst>
          </p:cNvPr>
          <p:cNvSpPr>
            <a:spLocks noGrp="1"/>
          </p:cNvSpPr>
          <p:nvPr>
            <p:ph type="title"/>
          </p:nvPr>
        </p:nvSpPr>
        <p:spPr>
          <a:xfrm>
            <a:off x="6096000" y="3429001"/>
            <a:ext cx="5554662" cy="2922588"/>
          </a:xfrm>
        </p:spPr>
        <p:txBody>
          <a:bodyPr anchor="b"/>
          <a:lstStyle>
            <a:lvl1pPr algn="r">
              <a:lnSpc>
                <a:spcPct val="80000"/>
              </a:lnSpc>
              <a:defRPr sz="10000">
                <a:solidFill>
                  <a:schemeClr val="tx2"/>
                </a:solidFill>
              </a:defRPr>
            </a:lvl1pPr>
          </a:lstStyle>
          <a:p>
            <a:r>
              <a:rPr lang="el-GR"/>
              <a:t>Κάντε κλικ για να επεξεργαστείτε τον τίτλο υποδείγματος</a:t>
            </a:r>
            <a:endParaRPr lang="en-GB"/>
          </a:p>
        </p:txBody>
      </p:sp>
    </p:spTree>
    <p:extLst>
      <p:ext uri="{BB962C8B-B14F-4D97-AF65-F5344CB8AC3E}">
        <p14:creationId xmlns:p14="http://schemas.microsoft.com/office/powerpoint/2010/main" val="3600790560"/>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losing Slid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B9BB-7F63-2882-5F8D-F7FCE0C16315}"/>
              </a:ext>
            </a:extLst>
          </p:cNvPr>
          <p:cNvSpPr>
            <a:spLocks noGrp="1"/>
          </p:cNvSpPr>
          <p:nvPr>
            <p:ph type="title"/>
          </p:nvPr>
        </p:nvSpPr>
        <p:spPr>
          <a:xfrm>
            <a:off x="504826" y="504825"/>
            <a:ext cx="11145838" cy="1123950"/>
          </a:xfrm>
        </p:spPr>
        <p:txBody>
          <a:bodyPr/>
          <a:lstStyle>
            <a:lvl1pPr>
              <a:lnSpc>
                <a:spcPct val="80000"/>
              </a:lnSpc>
              <a:defRPr sz="10000">
                <a:solidFill>
                  <a:schemeClr val="bg1"/>
                </a:solidFill>
              </a:defRPr>
            </a:lvl1pPr>
          </a:lstStyle>
          <a:p>
            <a:r>
              <a:rPr lang="el-GR"/>
              <a:t>Κάντε κλικ για να επεξεργαστείτε τον τίτλο υποδείγματος</a:t>
            </a:r>
            <a:endParaRPr lang="en-US"/>
          </a:p>
        </p:txBody>
      </p:sp>
      <p:pic>
        <p:nvPicPr>
          <p:cNvPr id="7" name="Picture 6">
            <a:extLst>
              <a:ext uri="{FF2B5EF4-FFF2-40B4-BE49-F238E27FC236}">
                <a16:creationId xmlns:a16="http://schemas.microsoft.com/office/drawing/2014/main" id="{F3E7FCFB-A035-A207-BA58-6DAC1F0443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21463" y="5619229"/>
            <a:ext cx="2329200" cy="733946"/>
          </a:xfrm>
          <a:prstGeom prst="rect">
            <a:avLst/>
          </a:prstGeom>
        </p:spPr>
      </p:pic>
    </p:spTree>
    <p:extLst>
      <p:ext uri="{BB962C8B-B14F-4D97-AF65-F5344CB8AC3E}">
        <p14:creationId xmlns:p14="http://schemas.microsoft.com/office/powerpoint/2010/main" val="2508878307"/>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6668-9440-2FC4-1A20-CEA2160E17C3}"/>
              </a:ext>
            </a:extLst>
          </p:cNvPr>
          <p:cNvSpPr>
            <a:spLocks noGrp="1"/>
          </p:cNvSpPr>
          <p:nvPr>
            <p:ph type="title"/>
          </p:nvPr>
        </p:nvSpPr>
        <p:spPr/>
        <p:txBody>
          <a:bodyPr/>
          <a:lstStyle/>
          <a:p>
            <a:r>
              <a:rPr lang="el-GR"/>
              <a:t>Κάντε κλικ για να επεξεργαστείτε τον τίτλο υποδείγματος</a:t>
            </a:r>
            <a:endParaRPr lang="en-GB"/>
          </a:p>
        </p:txBody>
      </p:sp>
      <p:sp>
        <p:nvSpPr>
          <p:cNvPr id="3" name="Date Placeholder 2">
            <a:extLst>
              <a:ext uri="{FF2B5EF4-FFF2-40B4-BE49-F238E27FC236}">
                <a16:creationId xmlns:a16="http://schemas.microsoft.com/office/drawing/2014/main" id="{BAA156BD-F388-30EA-2720-04061953B80B}"/>
              </a:ext>
            </a:extLst>
          </p:cNvPr>
          <p:cNvSpPr>
            <a:spLocks noGrp="1"/>
          </p:cNvSpPr>
          <p:nvPr>
            <p:ph type="dt" sz="half" idx="10"/>
          </p:nvPr>
        </p:nvSpPr>
        <p:spPr/>
        <p:txBody>
          <a:bodyPr/>
          <a:lstStyle/>
          <a:p>
            <a:fld id="{DB4AF0B0-3AA5-4A4B-A952-6661B00D521E}" type="datetime1">
              <a:rPr lang="en-GB" smtClean="0"/>
              <a:t>24/03/2026</a:t>
            </a:fld>
            <a:endParaRPr lang="en-GB"/>
          </a:p>
        </p:txBody>
      </p:sp>
      <p:sp>
        <p:nvSpPr>
          <p:cNvPr id="4" name="Footer Placeholder 3">
            <a:extLst>
              <a:ext uri="{FF2B5EF4-FFF2-40B4-BE49-F238E27FC236}">
                <a16:creationId xmlns:a16="http://schemas.microsoft.com/office/drawing/2014/main" id="{93FDBFEE-0509-16B7-5DAE-5E0DB02DD78A}"/>
              </a:ext>
            </a:extLst>
          </p:cNvPr>
          <p:cNvSpPr>
            <a:spLocks noGrp="1"/>
          </p:cNvSpPr>
          <p:nvPr>
            <p:ph type="ftr" sz="quarter" idx="11"/>
          </p:nvPr>
        </p:nvSpPr>
        <p:spPr/>
        <p:txBody>
          <a:bodyPr/>
          <a:lstStyle/>
          <a:p>
            <a:r>
              <a:rPr lang="en-GB"/>
              <a:t>Copyright Metlen 2024</a:t>
            </a:r>
          </a:p>
        </p:txBody>
      </p:sp>
      <p:sp>
        <p:nvSpPr>
          <p:cNvPr id="5" name="Slide Number Placeholder 4">
            <a:extLst>
              <a:ext uri="{FF2B5EF4-FFF2-40B4-BE49-F238E27FC236}">
                <a16:creationId xmlns:a16="http://schemas.microsoft.com/office/drawing/2014/main" id="{7EAB126A-2C1E-4241-BBEB-C3AA6FE6222E}"/>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3742817290"/>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B01DE9-7247-71C2-3301-8F43BD947000}"/>
              </a:ext>
            </a:extLst>
          </p:cNvPr>
          <p:cNvSpPr>
            <a:spLocks noGrp="1"/>
          </p:cNvSpPr>
          <p:nvPr>
            <p:ph type="dt" sz="half" idx="10"/>
          </p:nvPr>
        </p:nvSpPr>
        <p:spPr/>
        <p:txBody>
          <a:bodyPr/>
          <a:lstStyle/>
          <a:p>
            <a:fld id="{C4CFC3E3-74F5-4389-B1B8-0D97671DA55E}" type="datetime1">
              <a:rPr lang="en-GB" smtClean="0"/>
              <a:t>24/03/2026</a:t>
            </a:fld>
            <a:endParaRPr lang="en-GB"/>
          </a:p>
        </p:txBody>
      </p:sp>
      <p:sp>
        <p:nvSpPr>
          <p:cNvPr id="3" name="Footer Placeholder 2">
            <a:extLst>
              <a:ext uri="{FF2B5EF4-FFF2-40B4-BE49-F238E27FC236}">
                <a16:creationId xmlns:a16="http://schemas.microsoft.com/office/drawing/2014/main" id="{A0F1F649-B08E-D628-15EF-6CAEE9855C9E}"/>
              </a:ext>
            </a:extLst>
          </p:cNvPr>
          <p:cNvSpPr>
            <a:spLocks noGrp="1"/>
          </p:cNvSpPr>
          <p:nvPr>
            <p:ph type="ftr" sz="quarter" idx="11"/>
          </p:nvPr>
        </p:nvSpPr>
        <p:spPr/>
        <p:txBody>
          <a:bodyPr/>
          <a:lstStyle/>
          <a:p>
            <a:r>
              <a:rPr lang="en-GB"/>
              <a:t>Copyright Metlen 2024</a:t>
            </a:r>
          </a:p>
        </p:txBody>
      </p:sp>
      <p:sp>
        <p:nvSpPr>
          <p:cNvPr id="4" name="Slide Number Placeholder 3">
            <a:extLst>
              <a:ext uri="{FF2B5EF4-FFF2-40B4-BE49-F238E27FC236}">
                <a16:creationId xmlns:a16="http://schemas.microsoft.com/office/drawing/2014/main" id="{5C0EDFB5-B3BA-ADA8-4600-FCDAFA1A852F}"/>
              </a:ext>
            </a:extLst>
          </p:cNvPr>
          <p:cNvSpPr>
            <a:spLocks noGrp="1"/>
          </p:cNvSpPr>
          <p:nvPr>
            <p:ph type="sldNum" sz="quarter" idx="12"/>
          </p:nvPr>
        </p:nvSpPr>
        <p:spPr/>
        <p:txBody>
          <a:bodyPr/>
          <a:lstStyle>
            <a:lvl1pPr>
              <a:defRPr sz="1000"/>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2660112927"/>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cSld name="SLIDE 3">
    <p:spTree>
      <p:nvGrpSpPr>
        <p:cNvPr id="1" name=""/>
        <p:cNvGrpSpPr/>
        <p:nvPr/>
      </p:nvGrpSpPr>
      <p:grpSpPr>
        <a:xfrm>
          <a:off x="0" y="0"/>
          <a:ext cx="0" cy="0"/>
          <a:chOff x="0" y="0"/>
          <a:chExt cx="0" cy="0"/>
        </a:xfrm>
      </p:grpSpPr>
      <p:sp>
        <p:nvSpPr>
          <p:cNvPr id="62" name="Image"/>
          <p:cNvSpPr>
            <a:spLocks noGrp="1"/>
          </p:cNvSpPr>
          <p:nvPr>
            <p:ph type="pic" sz="half" idx="13"/>
          </p:nvPr>
        </p:nvSpPr>
        <p:spPr>
          <a:xfrm>
            <a:off x="5849022" y="-2382"/>
            <a:ext cx="6375076" cy="3735458"/>
          </a:xfrm>
          <a:prstGeom prst="rect">
            <a:avLst/>
          </a:prstGeom>
        </p:spPr>
        <p:txBody>
          <a:bodyPr lIns="91439" tIns="45719" rIns="91439" bIns="45719" anchor="t">
            <a:noAutofit/>
          </a:bodyPr>
          <a:lstStyle/>
          <a:p>
            <a:endParaRPr/>
          </a:p>
        </p:txBody>
      </p:sp>
      <p:sp>
        <p:nvSpPr>
          <p:cNvPr id="63" name="Image"/>
          <p:cNvSpPr>
            <a:spLocks noGrp="1"/>
          </p:cNvSpPr>
          <p:nvPr>
            <p:ph type="pic" sz="half" idx="14"/>
          </p:nvPr>
        </p:nvSpPr>
        <p:spPr>
          <a:xfrm>
            <a:off x="5849022" y="3490119"/>
            <a:ext cx="6375076" cy="3735458"/>
          </a:xfrm>
          <a:prstGeom prst="rect">
            <a:avLst/>
          </a:prstGeom>
        </p:spPr>
        <p:txBody>
          <a:bodyPr lIns="91439" tIns="45719" rIns="91439" bIns="45719" anchor="t">
            <a:noAutofit/>
          </a:bodyPr>
          <a:lstStyle/>
          <a:p>
            <a:endParaRPr/>
          </a:p>
        </p:txBody>
      </p:sp>
      <p:sp>
        <p:nvSpPr>
          <p:cNvPr id="64" name="TITLE"/>
          <p:cNvSpPr txBox="1">
            <a:spLocks noGrp="1"/>
          </p:cNvSpPr>
          <p:nvPr>
            <p:ph type="body" sz="quarter" idx="15"/>
          </p:nvPr>
        </p:nvSpPr>
        <p:spPr>
          <a:xfrm>
            <a:off x="464597" y="379433"/>
            <a:ext cx="885179" cy="423193"/>
          </a:xfrm>
          <a:prstGeom prst="rect">
            <a:avLst/>
          </a:prstGeom>
        </p:spPr>
        <p:txBody>
          <a:bodyPr wrap="none" lIns="0" tIns="0" rIns="0" bIns="0" anchor="t">
            <a:spAutoFit/>
          </a:bodyPr>
          <a:lstStyle>
            <a:lvl1pPr marL="0" indent="26988" defTabSz="457200">
              <a:buSzTx/>
              <a:buNone/>
              <a:defRPr sz="2750"/>
            </a:lvl1pPr>
          </a:lstStyle>
          <a:p>
            <a:r>
              <a:t>TITLE</a:t>
            </a:r>
          </a:p>
        </p:txBody>
      </p:sp>
      <p:sp>
        <p:nvSpPr>
          <p:cNvPr id="65" name="Slide Number"/>
          <p:cNvSpPr txBox="1">
            <a:spLocks noGrp="1"/>
          </p:cNvSpPr>
          <p:nvPr>
            <p:ph type="sldNum" sz="quarter" idx="2"/>
          </p:nvPr>
        </p:nvSpPr>
        <p:spPr>
          <a:xfrm>
            <a:off x="11700538" y="6445250"/>
            <a:ext cx="259687" cy="294953"/>
          </a:xfrm>
          <a:prstGeom prst="rect">
            <a:avLst/>
          </a:prstGeom>
        </p:spPr>
        <p:txBody>
          <a:bodyPr/>
          <a:lstStyle>
            <a:lvl1pPr algn="r">
              <a:defRPr sz="1250">
                <a:solidFill>
                  <a:srgbClr val="5E5E5E"/>
                </a:solidFill>
                <a:latin typeface="+mj-lt"/>
                <a:ea typeface="+mj-ea"/>
                <a:cs typeface="+mj-cs"/>
                <a:sym typeface="Stag Sans LG Light"/>
              </a:defRPr>
            </a:lvl1pPr>
          </a:lstStyle>
          <a:p>
            <a:fld id="{86CB4B4D-7CA3-9044-876B-883B54F8677D}" type="slidenum">
              <a:t>‹#›</a:t>
            </a:fld>
            <a:endParaRPr/>
          </a:p>
        </p:txBody>
      </p:sp>
      <p:sp>
        <p:nvSpPr>
          <p:cNvPr id="66" name="Subtitle (no subtitle&gt;delete)"/>
          <p:cNvSpPr txBox="1">
            <a:spLocks noGrp="1"/>
          </p:cNvSpPr>
          <p:nvPr>
            <p:ph type="body" sz="quarter" idx="16"/>
          </p:nvPr>
        </p:nvSpPr>
        <p:spPr>
          <a:xfrm>
            <a:off x="464597" y="709402"/>
            <a:ext cx="2721899" cy="371897"/>
          </a:xfrm>
          <a:prstGeom prst="rect">
            <a:avLst/>
          </a:prstGeom>
        </p:spPr>
        <p:txBody>
          <a:bodyPr wrap="none">
            <a:spAutoFit/>
          </a:bodyPr>
          <a:lstStyle>
            <a:lvl1pPr marL="0" indent="0" defTabSz="457200">
              <a:buSzTx/>
              <a:buNone/>
              <a:defRPr sz="1750" b="1">
                <a:latin typeface="+mn-lt"/>
                <a:ea typeface="+mn-ea"/>
                <a:cs typeface="+mn-cs"/>
                <a:sym typeface="Stag Sans LG"/>
              </a:defRPr>
            </a:lvl1pPr>
          </a:lstStyle>
          <a:p>
            <a:r>
              <a:t>Subtitle (no subtitle&gt;delete)</a:t>
            </a:r>
          </a:p>
        </p:txBody>
      </p:sp>
      <p:sp>
        <p:nvSpPr>
          <p:cNvPr id="67" name="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
          <p:cNvSpPr txBox="1">
            <a:spLocks noGrp="1"/>
          </p:cNvSpPr>
          <p:nvPr>
            <p:ph type="body" sz="half" idx="17"/>
          </p:nvPr>
        </p:nvSpPr>
        <p:spPr>
          <a:xfrm>
            <a:off x="464597" y="1369219"/>
            <a:ext cx="4900187" cy="4719241"/>
          </a:xfrm>
          <a:prstGeom prst="rect">
            <a:avLst/>
          </a:prstGeom>
        </p:spPr>
        <p:txBody>
          <a:bodyPr anchor="t">
            <a:spAutoFit/>
          </a:bodyPr>
          <a:lstStyle>
            <a:lvl1pPr marL="0" indent="0">
              <a:buSzTx/>
              <a:buNone/>
              <a:defRPr/>
            </a:lvl1pPr>
          </a:lstStyle>
          <a:p>
            <a:pPr marL="0" indent="0">
              <a:buSzTx/>
              <a:buNone/>
            </a:pPr>
            <a: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a:t>
            </a:r>
          </a:p>
          <a:p>
            <a:pPr marL="0" indent="0">
              <a:buSzTx/>
              <a:buNone/>
            </a:pPr>
            <a:r>
              <a:t>Lorem ipsum dolor sit amet, cons ectetuer adipiscing elit, sed diam nonummy nibh euismod tincidunt ut laoreet dolore magna aliquam erat volutpat. Ut wisi enim ad minim veniam, quis nostrud exerci tation ullamcorper suscipit lobortis nisl ut aliquip ex ea commodo consequat.</a:t>
            </a:r>
          </a:p>
          <a:p>
            <a:pPr marL="0" indent="0">
              <a:buSzTx/>
              <a:buNone/>
            </a:pPr>
            <a: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a:t>
            </a:r>
          </a:p>
          <a:p>
            <a:pPr marL="0" indent="0">
              <a:buSzTx/>
              <a:buNone/>
            </a:pPr>
            <a:r>
              <a:t>Lorem ipsum dolor sit amet, cons ectetuer adipiscing elit, sed diam nonummy nibh euismod tincidunt ut laoreet dolore magna aliquam erat volutpat. Ut wisi enim ad minim veniam, quis nostrud exerci tation ullamcorper suscipit lobortis nisl ut aliquip ex ea commodo consequat.</a:t>
            </a:r>
          </a:p>
        </p:txBody>
      </p:sp>
    </p:spTree>
    <p:extLst>
      <p:ext uri="{BB962C8B-B14F-4D97-AF65-F5344CB8AC3E}">
        <p14:creationId xmlns:p14="http://schemas.microsoft.com/office/powerpoint/2010/main" val="3382805098"/>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SLIDE 1">
    <p:spTree>
      <p:nvGrpSpPr>
        <p:cNvPr id="1" name=""/>
        <p:cNvGrpSpPr/>
        <p:nvPr/>
      </p:nvGrpSpPr>
      <p:grpSpPr>
        <a:xfrm>
          <a:off x="0" y="0"/>
          <a:ext cx="0" cy="0"/>
          <a:chOff x="0" y="0"/>
          <a:chExt cx="0" cy="0"/>
        </a:xfrm>
      </p:grpSpPr>
      <p:sp>
        <p:nvSpPr>
          <p:cNvPr id="42" name="TITLE"/>
          <p:cNvSpPr txBox="1">
            <a:spLocks noGrp="1"/>
          </p:cNvSpPr>
          <p:nvPr>
            <p:ph type="body" sz="quarter" idx="13"/>
          </p:nvPr>
        </p:nvSpPr>
        <p:spPr>
          <a:xfrm>
            <a:off x="464597" y="379433"/>
            <a:ext cx="885179" cy="423193"/>
          </a:xfrm>
          <a:prstGeom prst="rect">
            <a:avLst/>
          </a:prstGeom>
        </p:spPr>
        <p:txBody>
          <a:bodyPr wrap="none" lIns="0" tIns="0" rIns="0" bIns="0" anchor="t">
            <a:spAutoFit/>
          </a:bodyPr>
          <a:lstStyle>
            <a:lvl1pPr marL="0" indent="26988" defTabSz="457200">
              <a:buSzTx/>
              <a:buNone/>
              <a:defRPr sz="2750"/>
            </a:lvl1pPr>
          </a:lstStyle>
          <a:p>
            <a:r>
              <a:t>TITLE</a:t>
            </a:r>
          </a:p>
        </p:txBody>
      </p:sp>
      <p:sp>
        <p:nvSpPr>
          <p:cNvPr id="43" name="Slide Number"/>
          <p:cNvSpPr txBox="1">
            <a:spLocks noGrp="1"/>
          </p:cNvSpPr>
          <p:nvPr>
            <p:ph type="sldNum" sz="quarter" idx="2"/>
          </p:nvPr>
        </p:nvSpPr>
        <p:spPr>
          <a:xfrm>
            <a:off x="11700538" y="6445250"/>
            <a:ext cx="259687" cy="294953"/>
          </a:xfrm>
          <a:prstGeom prst="rect">
            <a:avLst/>
          </a:prstGeom>
        </p:spPr>
        <p:txBody>
          <a:bodyPr/>
          <a:lstStyle>
            <a:lvl1pPr algn="r">
              <a:defRPr sz="1250">
                <a:solidFill>
                  <a:srgbClr val="5E5E5E"/>
                </a:solidFill>
                <a:latin typeface="+mj-lt"/>
                <a:ea typeface="+mj-ea"/>
                <a:cs typeface="+mj-cs"/>
                <a:sym typeface="Stag Sans LG Light"/>
              </a:defRPr>
            </a:lvl1pPr>
          </a:lstStyle>
          <a:p>
            <a:fld id="{86CB4B4D-7CA3-9044-876B-883B54F8677D}" type="slidenum">
              <a:t>‹#›</a:t>
            </a:fld>
            <a:endParaRPr/>
          </a:p>
        </p:txBody>
      </p:sp>
      <p:sp>
        <p:nvSpPr>
          <p:cNvPr id="44" name="Subtitle (no subtitle&gt;delete)"/>
          <p:cNvSpPr txBox="1">
            <a:spLocks noGrp="1"/>
          </p:cNvSpPr>
          <p:nvPr>
            <p:ph type="body" sz="quarter" idx="14"/>
          </p:nvPr>
        </p:nvSpPr>
        <p:spPr>
          <a:xfrm>
            <a:off x="464597" y="709402"/>
            <a:ext cx="2721899" cy="371897"/>
          </a:xfrm>
          <a:prstGeom prst="rect">
            <a:avLst/>
          </a:prstGeom>
        </p:spPr>
        <p:txBody>
          <a:bodyPr wrap="none">
            <a:spAutoFit/>
          </a:bodyPr>
          <a:lstStyle>
            <a:lvl1pPr marL="0" indent="0" defTabSz="457200">
              <a:buSzTx/>
              <a:buNone/>
              <a:defRPr sz="1750" b="1">
                <a:latin typeface="+mn-lt"/>
                <a:ea typeface="+mn-ea"/>
                <a:cs typeface="+mn-cs"/>
                <a:sym typeface="Stag Sans LG"/>
              </a:defRPr>
            </a:lvl1pPr>
          </a:lstStyle>
          <a:p>
            <a:r>
              <a:t>Subtitle (no subtitle&gt;delete)</a:t>
            </a:r>
          </a:p>
        </p:txBody>
      </p:sp>
    </p:spTree>
    <p:extLst>
      <p:ext uri="{BB962C8B-B14F-4D97-AF65-F5344CB8AC3E}">
        <p14:creationId xmlns:p14="http://schemas.microsoft.com/office/powerpoint/2010/main" val="3209104949"/>
      </p:ext>
    </p:extLst>
  </p:cSld>
  <p:clrMapOvr>
    <a:masterClrMapping/>
  </p:clrMapOvr>
  <p:transition spd="med" advClick="0" advTm="1000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06A7F83-26A7-360D-2D6F-F0DC1EB0FF45}"/>
              </a:ext>
            </a:extLst>
          </p:cNvPr>
          <p:cNvSpPr>
            <a:spLocks noGrp="1"/>
          </p:cNvSpPr>
          <p:nvPr>
            <p:ph type="body" sz="quarter" idx="10" hasCustomPrompt="1"/>
          </p:nvPr>
        </p:nvSpPr>
        <p:spPr>
          <a:xfrm>
            <a:off x="917999" y="4862286"/>
            <a:ext cx="1682593" cy="1353457"/>
          </a:xfrm>
        </p:spPr>
        <p:txBody>
          <a:bodyPr anchor="b"/>
          <a:lstStyle>
            <a:lvl1pPr>
              <a:lnSpc>
                <a:spcPct val="80000"/>
              </a:lnSpc>
              <a:defRPr sz="8000">
                <a:solidFill>
                  <a:schemeClr val="accent1"/>
                </a:solidFill>
                <a:latin typeface="Manrope SemiBold" pitchFamily="2" charset="0"/>
              </a:defRPr>
            </a:lvl1pPr>
            <a:lvl2pPr>
              <a:lnSpc>
                <a:spcPct val="80000"/>
              </a:lnSpc>
              <a:defRPr sz="1400">
                <a:solidFill>
                  <a:schemeClr val="accent1"/>
                </a:solidFill>
              </a:defRPr>
            </a:lvl2pPr>
          </a:lstStyle>
          <a:p>
            <a:pPr lvl="0"/>
            <a:r>
              <a:rPr lang="en-US"/>
              <a:t>00</a:t>
            </a:r>
          </a:p>
          <a:p>
            <a:pPr lvl="1"/>
            <a:r>
              <a:rPr lang="en-US"/>
              <a:t>Second level</a:t>
            </a:r>
          </a:p>
        </p:txBody>
      </p:sp>
      <p:sp>
        <p:nvSpPr>
          <p:cNvPr id="9" name="Rectangle 8">
            <a:extLst>
              <a:ext uri="{FF2B5EF4-FFF2-40B4-BE49-F238E27FC236}">
                <a16:creationId xmlns:a16="http://schemas.microsoft.com/office/drawing/2014/main" id="{7D3D5F90-B0E5-BD40-FE57-8A49C8F1FCF0}"/>
              </a:ext>
            </a:extLst>
          </p:cNvPr>
          <p:cNvSpPr/>
          <p:nvPr userDrawn="1"/>
        </p:nvSpPr>
        <p:spPr>
          <a:xfrm>
            <a:off x="504825" y="504825"/>
            <a:ext cx="241200" cy="584676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0" name="Rectangle 9">
            <a:extLst>
              <a:ext uri="{FF2B5EF4-FFF2-40B4-BE49-F238E27FC236}">
                <a16:creationId xmlns:a16="http://schemas.microsoft.com/office/drawing/2014/main" id="{3B80C38D-C3CC-1A85-000F-E622C857B47F}"/>
              </a:ext>
            </a:extLst>
          </p:cNvPr>
          <p:cNvSpPr/>
          <p:nvPr userDrawn="1"/>
        </p:nvSpPr>
        <p:spPr>
          <a:xfrm>
            <a:off x="2796810" y="504824"/>
            <a:ext cx="144000" cy="58467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1" name="Rectangle 10">
            <a:extLst>
              <a:ext uri="{FF2B5EF4-FFF2-40B4-BE49-F238E27FC236}">
                <a16:creationId xmlns:a16="http://schemas.microsoft.com/office/drawing/2014/main" id="{58235425-EBB9-508A-4CAE-945061A81B00}"/>
              </a:ext>
            </a:extLst>
          </p:cNvPr>
          <p:cNvSpPr/>
          <p:nvPr userDrawn="1"/>
        </p:nvSpPr>
        <p:spPr>
          <a:xfrm>
            <a:off x="5117823" y="504823"/>
            <a:ext cx="97200" cy="58467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2" name="Rectangle 11">
            <a:extLst>
              <a:ext uri="{FF2B5EF4-FFF2-40B4-BE49-F238E27FC236}">
                <a16:creationId xmlns:a16="http://schemas.microsoft.com/office/drawing/2014/main" id="{D0BF33D6-F98B-F8B9-CE20-536C4B0F9E65}"/>
              </a:ext>
            </a:extLst>
          </p:cNvPr>
          <p:cNvSpPr/>
          <p:nvPr userDrawn="1"/>
        </p:nvSpPr>
        <p:spPr>
          <a:xfrm>
            <a:off x="7453350" y="504822"/>
            <a:ext cx="46800" cy="584676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13" name="Text Placeholder 6">
            <a:extLst>
              <a:ext uri="{FF2B5EF4-FFF2-40B4-BE49-F238E27FC236}">
                <a16:creationId xmlns:a16="http://schemas.microsoft.com/office/drawing/2014/main" id="{AC818D78-B9ED-E915-059D-4B3E21521778}"/>
              </a:ext>
            </a:extLst>
          </p:cNvPr>
          <p:cNvSpPr>
            <a:spLocks noGrp="1"/>
          </p:cNvSpPr>
          <p:nvPr>
            <p:ph type="body" sz="quarter" idx="11" hasCustomPrompt="1"/>
          </p:nvPr>
        </p:nvSpPr>
        <p:spPr>
          <a:xfrm>
            <a:off x="3112784" y="4862286"/>
            <a:ext cx="1682593" cy="1353457"/>
          </a:xfrm>
        </p:spPr>
        <p:txBody>
          <a:bodyPr anchor="b"/>
          <a:lstStyle>
            <a:lvl1pPr>
              <a:lnSpc>
                <a:spcPct val="80000"/>
              </a:lnSpc>
              <a:defRPr sz="8000">
                <a:solidFill>
                  <a:schemeClr val="accent1"/>
                </a:solidFill>
                <a:latin typeface="Manrope SemiBold" pitchFamily="2" charset="0"/>
              </a:defRPr>
            </a:lvl1pPr>
            <a:lvl2pPr>
              <a:lnSpc>
                <a:spcPct val="80000"/>
              </a:lnSpc>
              <a:defRPr sz="1400">
                <a:solidFill>
                  <a:schemeClr val="accent1"/>
                </a:solidFill>
              </a:defRPr>
            </a:lvl2pPr>
          </a:lstStyle>
          <a:p>
            <a:pPr lvl="0"/>
            <a:r>
              <a:rPr lang="en-US"/>
              <a:t>00</a:t>
            </a:r>
          </a:p>
          <a:p>
            <a:pPr lvl="1"/>
            <a:r>
              <a:rPr lang="en-US"/>
              <a:t>Second level</a:t>
            </a:r>
          </a:p>
        </p:txBody>
      </p:sp>
      <p:sp>
        <p:nvSpPr>
          <p:cNvPr id="14" name="Text Placeholder 6">
            <a:extLst>
              <a:ext uri="{FF2B5EF4-FFF2-40B4-BE49-F238E27FC236}">
                <a16:creationId xmlns:a16="http://schemas.microsoft.com/office/drawing/2014/main" id="{63290905-EBAE-CD32-316C-B5692367804C}"/>
              </a:ext>
            </a:extLst>
          </p:cNvPr>
          <p:cNvSpPr>
            <a:spLocks noGrp="1"/>
          </p:cNvSpPr>
          <p:nvPr>
            <p:ph type="body" sz="quarter" idx="12" hasCustomPrompt="1"/>
          </p:nvPr>
        </p:nvSpPr>
        <p:spPr>
          <a:xfrm>
            <a:off x="5386997" y="4862286"/>
            <a:ext cx="1682593" cy="1353457"/>
          </a:xfrm>
        </p:spPr>
        <p:txBody>
          <a:bodyPr anchor="b"/>
          <a:lstStyle>
            <a:lvl1pPr>
              <a:lnSpc>
                <a:spcPct val="80000"/>
              </a:lnSpc>
              <a:defRPr sz="8000">
                <a:solidFill>
                  <a:schemeClr val="accent1"/>
                </a:solidFill>
                <a:latin typeface="Manrope SemiBold" pitchFamily="2" charset="0"/>
              </a:defRPr>
            </a:lvl1pPr>
            <a:lvl2pPr>
              <a:lnSpc>
                <a:spcPct val="80000"/>
              </a:lnSpc>
              <a:defRPr sz="1400">
                <a:solidFill>
                  <a:schemeClr val="accent1"/>
                </a:solidFill>
              </a:defRPr>
            </a:lvl2pPr>
          </a:lstStyle>
          <a:p>
            <a:pPr lvl="0"/>
            <a:r>
              <a:rPr lang="en-US"/>
              <a:t>00</a:t>
            </a:r>
          </a:p>
          <a:p>
            <a:pPr lvl="1"/>
            <a:r>
              <a:rPr lang="en-US"/>
              <a:t>Second level</a:t>
            </a:r>
          </a:p>
        </p:txBody>
      </p:sp>
      <p:sp>
        <p:nvSpPr>
          <p:cNvPr id="15" name="Text Placeholder 6">
            <a:extLst>
              <a:ext uri="{FF2B5EF4-FFF2-40B4-BE49-F238E27FC236}">
                <a16:creationId xmlns:a16="http://schemas.microsoft.com/office/drawing/2014/main" id="{20F31D49-C720-AB6E-2077-83E66F82FABC}"/>
              </a:ext>
            </a:extLst>
          </p:cNvPr>
          <p:cNvSpPr>
            <a:spLocks noGrp="1"/>
          </p:cNvSpPr>
          <p:nvPr>
            <p:ph type="body" sz="quarter" idx="13" hasCustomPrompt="1"/>
          </p:nvPr>
        </p:nvSpPr>
        <p:spPr>
          <a:xfrm>
            <a:off x="7672351" y="4862286"/>
            <a:ext cx="1682593" cy="1353457"/>
          </a:xfrm>
        </p:spPr>
        <p:txBody>
          <a:bodyPr anchor="b"/>
          <a:lstStyle>
            <a:lvl1pPr>
              <a:lnSpc>
                <a:spcPct val="80000"/>
              </a:lnSpc>
              <a:defRPr sz="8000">
                <a:solidFill>
                  <a:schemeClr val="accent1"/>
                </a:solidFill>
                <a:latin typeface="Manrope SemiBold" pitchFamily="2" charset="0"/>
              </a:defRPr>
            </a:lvl1pPr>
            <a:lvl2pPr>
              <a:lnSpc>
                <a:spcPct val="80000"/>
              </a:lnSpc>
              <a:defRPr sz="1400">
                <a:solidFill>
                  <a:schemeClr val="accent1"/>
                </a:solidFill>
              </a:defRPr>
            </a:lvl2pPr>
          </a:lstStyle>
          <a:p>
            <a:pPr lvl="0"/>
            <a:r>
              <a:rPr lang="en-US"/>
              <a:t>00</a:t>
            </a:r>
          </a:p>
          <a:p>
            <a:pPr lvl="1"/>
            <a:r>
              <a:rPr lang="en-US"/>
              <a:t>Second level</a:t>
            </a:r>
          </a:p>
        </p:txBody>
      </p:sp>
      <p:sp>
        <p:nvSpPr>
          <p:cNvPr id="2" name="Rectangle 1">
            <a:extLst>
              <a:ext uri="{FF2B5EF4-FFF2-40B4-BE49-F238E27FC236}">
                <a16:creationId xmlns:a16="http://schemas.microsoft.com/office/drawing/2014/main" id="{7FA0ACD0-40CF-E206-8991-6F6002386ACD}"/>
              </a:ext>
            </a:extLst>
          </p:cNvPr>
          <p:cNvSpPr/>
          <p:nvPr userDrawn="1"/>
        </p:nvSpPr>
        <p:spPr>
          <a:xfrm>
            <a:off x="9768375" y="497565"/>
            <a:ext cx="46800" cy="584676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
        <p:nvSpPr>
          <p:cNvPr id="3" name="Text Placeholder 6">
            <a:extLst>
              <a:ext uri="{FF2B5EF4-FFF2-40B4-BE49-F238E27FC236}">
                <a16:creationId xmlns:a16="http://schemas.microsoft.com/office/drawing/2014/main" id="{869E2108-0A02-77AA-DD85-A8D056F53859}"/>
              </a:ext>
            </a:extLst>
          </p:cNvPr>
          <p:cNvSpPr>
            <a:spLocks noGrp="1"/>
          </p:cNvSpPr>
          <p:nvPr>
            <p:ph type="body" sz="quarter" idx="14" hasCustomPrompt="1"/>
          </p:nvPr>
        </p:nvSpPr>
        <p:spPr>
          <a:xfrm>
            <a:off x="9987376" y="4855029"/>
            <a:ext cx="1682593" cy="1353457"/>
          </a:xfrm>
        </p:spPr>
        <p:txBody>
          <a:bodyPr anchor="b"/>
          <a:lstStyle>
            <a:lvl1pPr>
              <a:lnSpc>
                <a:spcPct val="80000"/>
              </a:lnSpc>
              <a:defRPr sz="8000">
                <a:solidFill>
                  <a:schemeClr val="accent1"/>
                </a:solidFill>
                <a:latin typeface="Manrope SemiBold" pitchFamily="2" charset="0"/>
              </a:defRPr>
            </a:lvl1pPr>
            <a:lvl2pPr>
              <a:lnSpc>
                <a:spcPct val="80000"/>
              </a:lnSpc>
              <a:defRPr sz="1400">
                <a:solidFill>
                  <a:schemeClr val="accent1"/>
                </a:solidFill>
              </a:defRPr>
            </a:lvl2pPr>
          </a:lstStyle>
          <a:p>
            <a:pPr lvl="0"/>
            <a:r>
              <a:rPr lang="en-US"/>
              <a:t>00</a:t>
            </a:r>
          </a:p>
          <a:p>
            <a:pPr lvl="1"/>
            <a:r>
              <a:rPr lang="en-US"/>
              <a:t>Second level</a:t>
            </a:r>
          </a:p>
        </p:txBody>
      </p:sp>
    </p:spTree>
    <p:extLst>
      <p:ext uri="{BB962C8B-B14F-4D97-AF65-F5344CB8AC3E}">
        <p14:creationId xmlns:p14="http://schemas.microsoft.com/office/powerpoint/2010/main" val="3865800524"/>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1DEC28F-FE9E-6052-2EFB-8337AD0ACBAA}"/>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80F0129E-F741-27ED-DE42-04E1C1F8A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E90337B7-4FE3-7216-C433-FC4790C30DAF}"/>
              </a:ext>
            </a:extLst>
          </p:cNvPr>
          <p:cNvSpPr>
            <a:spLocks noGrp="1"/>
          </p:cNvSpPr>
          <p:nvPr>
            <p:ph type="dt" sz="half" idx="10"/>
          </p:nvPr>
        </p:nvSpPr>
        <p:spPr/>
        <p:txBody>
          <a:bodyPr/>
          <a:lstStyle/>
          <a:p>
            <a:fld id="{CA5B313B-540A-4C76-8350-19FE4D898FBE}" type="datetimeFigureOut">
              <a:rPr lang="it-IT" smtClean="0"/>
              <a:t>24/03/2026</a:t>
            </a:fld>
            <a:endParaRPr lang="it-IT"/>
          </a:p>
        </p:txBody>
      </p:sp>
      <p:sp>
        <p:nvSpPr>
          <p:cNvPr id="5" name="Segnaposto piè di pagina 4">
            <a:extLst>
              <a:ext uri="{FF2B5EF4-FFF2-40B4-BE49-F238E27FC236}">
                <a16:creationId xmlns:a16="http://schemas.microsoft.com/office/drawing/2014/main" id="{DE29A846-7F74-53F7-02F6-8B79CE5D0DE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99888A2-10FF-D78F-E2FA-B1851EFFA4E5}"/>
              </a:ext>
            </a:extLst>
          </p:cNvPr>
          <p:cNvSpPr>
            <a:spLocks noGrp="1"/>
          </p:cNvSpPr>
          <p:nvPr>
            <p:ph type="sldNum" sz="quarter" idx="12"/>
          </p:nvPr>
        </p:nvSpPr>
        <p:spPr/>
        <p:txBody>
          <a:bodyPr/>
          <a:lstStyle/>
          <a:p>
            <a:fld id="{A535B484-D7A1-4633-A83A-D87253858C65}" type="slidenum">
              <a:rPr lang="it-IT" smtClean="0"/>
              <a:t>‹#›</a:t>
            </a:fld>
            <a:endParaRPr lang="it-IT"/>
          </a:p>
        </p:txBody>
      </p:sp>
    </p:spTree>
    <p:extLst>
      <p:ext uri="{BB962C8B-B14F-4D97-AF65-F5344CB8AC3E}">
        <p14:creationId xmlns:p14="http://schemas.microsoft.com/office/powerpoint/2010/main" val="31606929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E470A8C-7585-1A56-77E9-0EC5C0C9A9EB}"/>
              </a:ext>
            </a:extLst>
          </p:cNvPr>
          <p:cNvSpPr txBox="1">
            <a:spLocks/>
          </p:cNvSpPr>
          <p:nvPr userDrawn="1"/>
        </p:nvSpPr>
        <p:spPr>
          <a:xfrm>
            <a:off x="11089516" y="6119815"/>
            <a:ext cx="713547" cy="384174"/>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A53E11-492D-48B3-9F9B-09541CA2A39A}" type="slidenum">
              <a:rPr lang="en-GB" smtClean="0"/>
              <a:pPr/>
              <a:t>‹#›</a:t>
            </a:fld>
            <a:endParaRPr lang="en-GB"/>
          </a:p>
        </p:txBody>
      </p:sp>
    </p:spTree>
    <p:extLst>
      <p:ext uri="{BB962C8B-B14F-4D97-AF65-F5344CB8AC3E}">
        <p14:creationId xmlns:p14="http://schemas.microsoft.com/office/powerpoint/2010/main" val="41101437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Open Sans" panose="020B0606030504020204" pitchFamily="34" charset="0"/>
                <a:ea typeface="Open Sans" panose="020B0606030504020204" pitchFamily="34" charset="0"/>
                <a:cs typeface="Open Sans" panose="020B0606030504020204" pitchFamily="34" charset="0"/>
              </a:defRPr>
            </a:lvl1pPr>
          </a:lstStyle>
          <a:p>
            <a:r>
              <a:rPr lang="en-US"/>
              <a:t>Click to add title</a:t>
            </a:r>
          </a:p>
        </p:txBody>
      </p:sp>
      <p:sp>
        <p:nvSpPr>
          <p:cNvPr id="3" name="Slide Number Placeholder 5">
            <a:extLst>
              <a:ext uri="{FF2B5EF4-FFF2-40B4-BE49-F238E27FC236}">
                <a16:creationId xmlns:a16="http://schemas.microsoft.com/office/drawing/2014/main" id="{2CB20C98-D5BE-4B9A-AE89-6B7132383DFA}"/>
              </a:ext>
            </a:extLst>
          </p:cNvPr>
          <p:cNvSpPr txBox="1">
            <a:spLocks/>
          </p:cNvSpPr>
          <p:nvPr userDrawn="1"/>
        </p:nvSpPr>
        <p:spPr>
          <a:xfrm>
            <a:off x="11089516" y="6119815"/>
            <a:ext cx="713547" cy="384174"/>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A53E11-492D-48B3-9F9B-09541CA2A39A}" type="slidenum">
              <a:rPr lang="en-GB" smtClean="0"/>
              <a:pPr/>
              <a:t>‹#›</a:t>
            </a:fld>
            <a:endParaRPr lang="en-GB"/>
          </a:p>
        </p:txBody>
      </p:sp>
    </p:spTree>
    <p:extLst>
      <p:ext uri="{BB962C8B-B14F-4D97-AF65-F5344CB8AC3E}">
        <p14:creationId xmlns:p14="http://schemas.microsoft.com/office/powerpoint/2010/main" val="236320583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002798E8-9946-A385-F444-0695D934C722}"/>
              </a:ext>
            </a:extLst>
          </p:cNvPr>
          <p:cNvSpPr>
            <a:spLocks noGrp="1"/>
          </p:cNvSpPr>
          <p:nvPr>
            <p:ph type="body" sz="quarter" idx="10"/>
          </p:nvPr>
        </p:nvSpPr>
        <p:spPr>
          <a:xfrm>
            <a:off x="263526" y="296863"/>
            <a:ext cx="2484438" cy="175577"/>
          </a:xfrm>
        </p:spPr>
        <p:txBody>
          <a:bodyPr/>
          <a:lstStyle>
            <a:lvl1pPr marL="0" indent="0">
              <a:buNone/>
              <a:defRPr>
                <a:solidFill>
                  <a:srgbClr val="DA291C"/>
                </a:solidFill>
                <a:latin typeface="Work Sans SemiBold" pitchFamily="2" charset="0"/>
              </a:defRPr>
            </a:lvl1pPr>
          </a:lstStyle>
          <a:p>
            <a:pPr lvl="0"/>
            <a:endParaRPr lang="en-GB"/>
          </a:p>
        </p:txBody>
      </p:sp>
      <p:sp>
        <p:nvSpPr>
          <p:cNvPr id="4" name="Text Placeholder 1">
            <a:extLst>
              <a:ext uri="{FF2B5EF4-FFF2-40B4-BE49-F238E27FC236}">
                <a16:creationId xmlns:a16="http://schemas.microsoft.com/office/drawing/2014/main" id="{AC97DEC4-AF09-7E7A-6D7B-6725889AF18F}"/>
              </a:ext>
            </a:extLst>
          </p:cNvPr>
          <p:cNvSpPr>
            <a:spLocks noGrp="1"/>
          </p:cNvSpPr>
          <p:nvPr>
            <p:ph idx="1"/>
          </p:nvPr>
        </p:nvSpPr>
        <p:spPr>
          <a:xfrm>
            <a:off x="275099" y="1795748"/>
            <a:ext cx="11655631" cy="4586002"/>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Slide Number Placeholder 5">
            <a:extLst>
              <a:ext uri="{FF2B5EF4-FFF2-40B4-BE49-F238E27FC236}">
                <a16:creationId xmlns:a16="http://schemas.microsoft.com/office/drawing/2014/main" id="{79D77A73-BF2C-E4B0-1A21-BACDACFC90BE}"/>
              </a:ext>
            </a:extLst>
          </p:cNvPr>
          <p:cNvSpPr txBox="1">
            <a:spLocks/>
          </p:cNvSpPr>
          <p:nvPr userDrawn="1"/>
        </p:nvSpPr>
        <p:spPr>
          <a:xfrm>
            <a:off x="11089516" y="6119815"/>
            <a:ext cx="713547" cy="384174"/>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A53E11-492D-48B3-9F9B-09541CA2A39A}" type="slidenum">
              <a:rPr lang="en-GB" smtClean="0"/>
              <a:pPr/>
              <a:t>‹#›</a:t>
            </a:fld>
            <a:endParaRPr lang="en-GB"/>
          </a:p>
        </p:txBody>
      </p:sp>
    </p:spTree>
    <p:extLst>
      <p:ext uri="{BB962C8B-B14F-4D97-AF65-F5344CB8AC3E}">
        <p14:creationId xmlns:p14="http://schemas.microsoft.com/office/powerpoint/2010/main" val="388922912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59" b="1" i="0">
                <a:solidFill>
                  <a:srgbClr val="001C3E"/>
                </a:solidFill>
                <a:latin typeface="Manrope Light"/>
                <a:cs typeface="Manrope Light"/>
              </a:defRPr>
            </a:lvl1pPr>
          </a:lstStyle>
          <a:p>
            <a:endParaRPr/>
          </a:p>
        </p:txBody>
      </p:sp>
      <p:sp>
        <p:nvSpPr>
          <p:cNvPr id="3" name="Holder 3"/>
          <p:cNvSpPr>
            <a:spLocks noGrp="1"/>
          </p:cNvSpPr>
          <p:nvPr>
            <p:ph sz="half" idx="2"/>
          </p:nvPr>
        </p:nvSpPr>
        <p:spPr>
          <a:xfrm>
            <a:off x="609600" y="1577340"/>
            <a:ext cx="5303521" cy="2090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358299" y="1842967"/>
            <a:ext cx="3523203" cy="238976"/>
          </a:xfrm>
          <a:prstGeom prst="rect">
            <a:avLst/>
          </a:prstGeom>
        </p:spPr>
        <p:txBody>
          <a:bodyPr wrap="square" lIns="0" tIns="0" rIns="0" bIns="0">
            <a:spAutoFit/>
          </a:bodyPr>
          <a:lstStyle>
            <a:lvl1pPr>
              <a:defRPr sz="1478" b="1" i="0">
                <a:solidFill>
                  <a:srgbClr val="001C3E"/>
                </a:solidFill>
                <a:latin typeface="Manrope Light"/>
                <a:cs typeface="Manrope Light"/>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3/24/2026</a:t>
            </a:fld>
            <a:endParaRPr lang="en-US"/>
          </a:p>
        </p:txBody>
      </p:sp>
      <p:sp>
        <p:nvSpPr>
          <p:cNvPr id="7" name="Holder 7"/>
          <p:cNvSpPr>
            <a:spLocks noGrp="1"/>
          </p:cNvSpPr>
          <p:nvPr>
            <p:ph type="sldNum" sz="quarter" idx="7"/>
          </p:nvPr>
        </p:nvSpPr>
        <p:spPr/>
        <p:txBody>
          <a:bodyPr lIns="0" tIns="0" rIns="0" bIns="0"/>
          <a:lstStyle>
            <a:lvl1pPr>
              <a:defRPr sz="1237" b="0" i="0">
                <a:solidFill>
                  <a:schemeClr val="bg1"/>
                </a:solidFill>
                <a:latin typeface="Manrope Light"/>
                <a:cs typeface="Manrope Light"/>
              </a:defRPr>
            </a:lvl1pPr>
          </a:lstStyle>
          <a:p>
            <a:pPr marL="160503">
              <a:lnSpc>
                <a:spcPts val="1303"/>
              </a:lnSpc>
            </a:pPr>
            <a:fld id="{81D60167-4931-47E6-BA6A-407CBD079E47}" type="slidenum">
              <a:rPr lang="en-GB" spc="-15" smtClean="0"/>
              <a:pPr marL="160503">
                <a:lnSpc>
                  <a:spcPts val="1303"/>
                </a:lnSpc>
              </a:pPr>
              <a:t>‹#›</a:t>
            </a:fld>
            <a:endParaRPr lang="en-GB" spc="-15"/>
          </a:p>
        </p:txBody>
      </p:sp>
      <p:sp>
        <p:nvSpPr>
          <p:cNvPr id="9" name="Slide Number Placeholder 5">
            <a:extLst>
              <a:ext uri="{FF2B5EF4-FFF2-40B4-BE49-F238E27FC236}">
                <a16:creationId xmlns:a16="http://schemas.microsoft.com/office/drawing/2014/main" id="{CA43B386-BEE8-33B7-A78C-CEB43E9CD4C7}"/>
              </a:ext>
            </a:extLst>
          </p:cNvPr>
          <p:cNvSpPr txBox="1">
            <a:spLocks/>
          </p:cNvSpPr>
          <p:nvPr userDrawn="1"/>
        </p:nvSpPr>
        <p:spPr>
          <a:xfrm>
            <a:off x="11089517" y="6119815"/>
            <a:ext cx="713547" cy="384174"/>
          </a:xfrm>
          <a:prstGeom prst="rect">
            <a:avLst/>
          </a:prstGeom>
        </p:spPr>
        <p:txBody>
          <a:bodyPr vert="horz" lIns="0" tIns="0" rIns="0" bIns="0" rtlCol="0" anchor="b">
            <a:noAutofit/>
          </a:bodyPr>
          <a:lstStyle>
            <a:defPPr>
              <a:defRPr lang="en-US"/>
            </a:defPPr>
            <a:lvl1pPr marL="0" algn="r" defTabSz="914400" rtl="0" eaLnBrk="1" latinLnBrk="0" hangingPunct="1">
              <a:defRPr sz="10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A53E11-492D-48B3-9F9B-09541CA2A39A}" type="slidenum">
              <a:rPr lang="en-GB" sz="995" smtClean="0"/>
              <a:pPr/>
              <a:t>‹#›</a:t>
            </a:fld>
            <a:endParaRPr lang="en-GB" sz="995"/>
          </a:p>
        </p:txBody>
      </p:sp>
    </p:spTree>
    <p:extLst>
      <p:ext uri="{BB962C8B-B14F-4D97-AF65-F5344CB8AC3E}">
        <p14:creationId xmlns:p14="http://schemas.microsoft.com/office/powerpoint/2010/main" val="10059066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400" b="0">
                <a:latin typeface="+mj-lt"/>
              </a:defRPr>
            </a:lvl1pPr>
          </a:lstStyle>
          <a:p>
            <a:r>
              <a:rPr lang="en-US"/>
              <a:t>Click to add title</a:t>
            </a:r>
          </a:p>
        </p:txBody>
      </p:sp>
      <p:sp>
        <p:nvSpPr>
          <p:cNvPr id="2" name="Footer Placeholder 7">
            <a:extLst>
              <a:ext uri="{FF2B5EF4-FFF2-40B4-BE49-F238E27FC236}">
                <a16:creationId xmlns:a16="http://schemas.microsoft.com/office/drawing/2014/main" id="{37670AA5-B252-29D6-B088-C6BCC20350E5}"/>
              </a:ext>
            </a:extLst>
          </p:cNvPr>
          <p:cNvSpPr>
            <a:spLocks noGrp="1"/>
          </p:cNvSpPr>
          <p:nvPr>
            <p:ph type="ftr" sz="quarter" idx="3"/>
          </p:nvPr>
        </p:nvSpPr>
        <p:spPr>
          <a:xfrm>
            <a:off x="504824" y="6403876"/>
            <a:ext cx="4114800" cy="231799"/>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1B303A"/>
                </a:solidFill>
                <a:effectLst/>
                <a:uLnTx/>
                <a:uFillTx/>
                <a:latin typeface="Manrope Light"/>
                <a:ea typeface="+mn-ea"/>
                <a:cs typeface="+mn-cs"/>
              </a:rPr>
              <a:t>Copyright </a:t>
            </a:r>
            <a:r>
              <a:rPr kumimoji="0" lang="en-GB" sz="1000" b="0" i="0" u="none" strike="noStrike" kern="1200" cap="none" spc="0" normalizeH="0" baseline="0" noProof="0" err="1">
                <a:ln>
                  <a:noFill/>
                </a:ln>
                <a:solidFill>
                  <a:srgbClr val="1B303A"/>
                </a:solidFill>
                <a:effectLst/>
                <a:uLnTx/>
                <a:uFillTx/>
                <a:latin typeface="Manrope Light"/>
                <a:ea typeface="+mn-ea"/>
                <a:cs typeface="+mn-cs"/>
              </a:rPr>
              <a:t>Metlen</a:t>
            </a:r>
            <a:r>
              <a:rPr kumimoji="0" lang="en-GB" sz="1000" b="0" i="0" u="none" strike="noStrike" kern="1200" cap="none" spc="0" normalizeH="0" baseline="0" noProof="0">
                <a:ln>
                  <a:noFill/>
                </a:ln>
                <a:solidFill>
                  <a:srgbClr val="1B303A"/>
                </a:solidFill>
                <a:effectLst/>
                <a:uLnTx/>
                <a:uFillTx/>
                <a:latin typeface="Manrope Light"/>
                <a:ea typeface="+mn-ea"/>
                <a:cs typeface="+mn-cs"/>
              </a:rPr>
              <a:t> 2024</a:t>
            </a:r>
          </a:p>
        </p:txBody>
      </p:sp>
      <p:sp>
        <p:nvSpPr>
          <p:cNvPr id="3" name="Slide Number Placeholder 8">
            <a:extLst>
              <a:ext uri="{FF2B5EF4-FFF2-40B4-BE49-F238E27FC236}">
                <a16:creationId xmlns:a16="http://schemas.microsoft.com/office/drawing/2014/main" id="{E2497645-B365-BEF0-D31B-29092A6A0A1D}"/>
              </a:ext>
            </a:extLst>
          </p:cNvPr>
          <p:cNvSpPr>
            <a:spLocks noGrp="1"/>
          </p:cNvSpPr>
          <p:nvPr>
            <p:ph type="sldNum" sz="quarter" idx="4"/>
          </p:nvPr>
        </p:nvSpPr>
        <p:spPr>
          <a:xfrm>
            <a:off x="10984181" y="6392702"/>
            <a:ext cx="713547" cy="384174"/>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A53E11-492D-48B3-9F9B-09541CA2A39A}" type="slidenum">
              <a:rPr kumimoji="0" lang="en-GB" sz="1000" b="0" i="0" u="none" strike="noStrike" kern="1200" cap="none" spc="0" normalizeH="0" baseline="0" noProof="0" smtClean="0">
                <a:ln>
                  <a:noFill/>
                </a:ln>
                <a:solidFill>
                  <a:srgbClr val="1B303A"/>
                </a:solidFill>
                <a:effectLst/>
                <a:uLnTx/>
                <a:uFillTx/>
                <a:latin typeface="Manrope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000" b="0" i="0" u="none" strike="noStrike" kern="1200" cap="none" spc="0" normalizeH="0" baseline="0" noProof="0">
              <a:ln>
                <a:noFill/>
              </a:ln>
              <a:solidFill>
                <a:srgbClr val="1B303A"/>
              </a:solidFill>
              <a:effectLst/>
              <a:uLnTx/>
              <a:uFillTx/>
              <a:latin typeface="Manrope Light"/>
              <a:ea typeface="+mn-ea"/>
              <a:cs typeface="+mn-cs"/>
            </a:endParaRPr>
          </a:p>
        </p:txBody>
      </p:sp>
    </p:spTree>
    <p:extLst>
      <p:ext uri="{BB962C8B-B14F-4D97-AF65-F5344CB8AC3E}">
        <p14:creationId xmlns:p14="http://schemas.microsoft.com/office/powerpoint/2010/main" val="22514048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 Id="rId9" Type="http://schemas.openxmlformats.org/officeDocument/2006/relationships/slideLayout" Target="../slideLayouts/slideLayout27.xml"/><Relationship Id="rId10" Type="http://schemas.openxmlformats.org/officeDocument/2006/relationships/slideLayout" Target="../slideLayouts/slideLayout28.xml"/><Relationship Id="rId11" Type="http://schemas.openxmlformats.org/officeDocument/2006/relationships/slideLayout" Target="../slideLayouts/slideLayout29.xml"/><Relationship Id="rId12" Type="http://schemas.openxmlformats.org/officeDocument/2006/relationships/slideLayout" Target="../slideLayouts/slideLayout30.xml"/><Relationship Id="rId13" Type="http://schemas.openxmlformats.org/officeDocument/2006/relationships/slideLayout" Target="../slideLayouts/slideLayout31.xml"/><Relationship Id="rId14" Type="http://schemas.openxmlformats.org/officeDocument/2006/relationships/slideLayout" Target="../slideLayouts/slideLayout32.xml"/><Relationship Id="rId1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Relationship Id="rId17" Type="http://schemas.openxmlformats.org/officeDocument/2006/relationships/slideLayout" Target="../slideLayouts/slideLayout49.xml"/><Relationship Id="rId18" Type="http://schemas.openxmlformats.org/officeDocument/2006/relationships/slideLayout" Target="../slideLayouts/slideLayout50.xml"/><Relationship Id="rId19" Type="http://schemas.openxmlformats.org/officeDocument/2006/relationships/slideLayout" Target="../slideLayouts/slideLayout51.xml"/><Relationship Id="rId20" Type="http://schemas.openxmlformats.org/officeDocument/2006/relationships/slideLayout" Target="../slideLayouts/slideLayout52.xml"/><Relationship Id="rId21" Type="http://schemas.openxmlformats.org/officeDocument/2006/relationships/slideLayout" Target="../slideLayouts/slideLayout53.xml"/><Relationship Id="rId22" Type="http://schemas.openxmlformats.org/officeDocument/2006/relationships/slideLayout" Target="../slideLayouts/slideLayout54.xml"/><Relationship Id="rId23" Type="http://schemas.openxmlformats.org/officeDocument/2006/relationships/slideLayout" Target="../slideLayouts/slideLayout55.xml"/><Relationship Id="rId2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504826" y="504825"/>
            <a:ext cx="11145838" cy="672744"/>
          </a:xfrm>
          <a:prstGeom prst="rect">
            <a:avLst/>
          </a:prstGeom>
        </p:spPr>
        <p:txBody>
          <a:bodyPr vert="horz" lIns="0" tIns="0" rIns="0" bIns="0" rtlCol="0" anchor="t">
            <a:noAutofit/>
          </a:bodyPr>
          <a:lstStyle/>
          <a:p>
            <a:r>
              <a:rPr lang="el-GR"/>
              <a:t>Κάντε κλικ για να επεξεργαστείτε τον τίτλο υποδείγματος</a:t>
            </a:r>
            <a:endParaRPr lang="en-GB"/>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504824" y="1628776"/>
            <a:ext cx="11145839" cy="4338638"/>
          </a:xfrm>
          <a:prstGeom prst="rect">
            <a:avLst/>
          </a:prstGeom>
        </p:spPr>
        <p:txBody>
          <a:bodyPr vert="horz" lIns="0" tIns="0" rIns="0" bIns="0" rtlCol="0">
            <a:no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7913235" y="6119789"/>
            <a:ext cx="2743200" cy="231799"/>
          </a:xfrm>
          <a:prstGeom prst="rect">
            <a:avLst/>
          </a:prstGeom>
        </p:spPr>
        <p:txBody>
          <a:bodyPr vert="horz" lIns="0" tIns="0" rIns="0" bIns="0" rtlCol="0" anchor="b">
            <a:noAutofit/>
          </a:bodyPr>
          <a:lstStyle>
            <a:lvl1pPr algn="r">
              <a:defRPr sz="1000">
                <a:solidFill>
                  <a:schemeClr val="tx2"/>
                </a:solidFill>
              </a:defRPr>
            </a:lvl1pPr>
          </a:lstStyle>
          <a:p>
            <a:fld id="{7D936C3A-CA8B-4BD5-A947-9B8A86CA21EB}" type="datetime1">
              <a:rPr lang="en-GB" smtClean="0"/>
              <a:t>24/03/2026</a:t>
            </a:fld>
            <a:endParaRPr lang="en-GB"/>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937116" y="5967415"/>
            <a:ext cx="713547" cy="384174"/>
          </a:xfrm>
          <a:prstGeom prst="rect">
            <a:avLst/>
          </a:prstGeom>
        </p:spPr>
        <p:txBody>
          <a:bodyPr vert="horz" lIns="0" tIns="0" rIns="0" bIns="0" rtlCol="0" anchor="b">
            <a:noAutofit/>
          </a:bodyPr>
          <a:lstStyle>
            <a:lvl1pPr algn="r">
              <a:defRPr sz="1000">
                <a:solidFill>
                  <a:schemeClr val="tx2"/>
                </a:solidFill>
              </a:defRPr>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1145082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56" r:id="rId4"/>
    <p:sldLayoutId id="2147483662" r:id="rId5"/>
    <p:sldLayoutId id="2147483657" r:id="rId6"/>
    <p:sldLayoutId id="2147483658" r:id="rId7"/>
    <p:sldLayoutId id="2147483659" r:id="rId8"/>
    <p:sldLayoutId id="2147483660" r:id="rId9"/>
    <p:sldLayoutId id="2147483661" r:id="rId10"/>
    <p:sldLayoutId id="2147483651" r:id="rId11"/>
    <p:sldLayoutId id="2147483663" r:id="rId12"/>
    <p:sldLayoutId id="2147483654" r:id="rId13"/>
    <p:sldLayoutId id="2147483655" r:id="rId14"/>
    <p:sldLayoutId id="2147483673" r:id="rId15"/>
    <p:sldLayoutId id="2147483674" r:id="rId16"/>
    <p:sldLayoutId id="2147483676" r:id="rId17"/>
    <p:sldLayoutId id="2147483698" r:id="rId18"/>
  </p:sldLayoutIdLst>
  <p:transition>
    <p:fade/>
  </p:transition>
  <p:hf hdr="0" dt="0"/>
  <p:txStyles>
    <p:titleStyle>
      <a:lvl1pPr algn="l" defTabSz="914400" rtl="0" eaLnBrk="1" latinLnBrk="0" hangingPunct="1">
        <a:lnSpc>
          <a:spcPct val="90000"/>
        </a:lnSpc>
        <a:spcBef>
          <a:spcPct val="0"/>
        </a:spcBef>
        <a:buNone/>
        <a:defRPr sz="4000" kern="1200">
          <a:solidFill>
            <a:schemeClr val="accent5"/>
          </a:solidFill>
          <a:latin typeface="+mj-lt"/>
          <a:ea typeface="+mj-ea"/>
          <a:cs typeface="+mj-cs"/>
        </a:defRPr>
      </a:lvl1pPr>
    </p:titleStyle>
    <p:bodyStyle>
      <a:lvl1pPr marL="0" indent="0" algn="l" defTabSz="914400" rtl="0" eaLnBrk="1" latinLnBrk="0" hangingPunct="1">
        <a:lnSpc>
          <a:spcPct val="110000"/>
        </a:lnSpc>
        <a:spcBef>
          <a:spcPts val="0"/>
        </a:spcBef>
        <a:buFont typeface="Arial" panose="020B0604020202020204" pitchFamily="34" charset="0"/>
        <a:buNone/>
        <a:defRPr sz="1300" kern="1200">
          <a:solidFill>
            <a:schemeClr val="tx1"/>
          </a:solidFill>
          <a:latin typeface="+mn-lt"/>
          <a:ea typeface="+mn-ea"/>
          <a:cs typeface="+mn-cs"/>
        </a:defRPr>
      </a:lvl1pPr>
      <a:lvl2pPr marL="0" indent="0" algn="l" defTabSz="914400" rtl="0" eaLnBrk="1" latinLnBrk="0" hangingPunct="1">
        <a:lnSpc>
          <a:spcPct val="110000"/>
        </a:lnSpc>
        <a:spcBef>
          <a:spcPts val="0"/>
        </a:spcBef>
        <a:buFont typeface="Arial" panose="020B0604020202020204" pitchFamily="34" charset="0"/>
        <a:buNone/>
        <a:defRPr sz="1600" b="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300" kern="1200" cap="all" baseline="0">
          <a:solidFill>
            <a:schemeClr val="accent2"/>
          </a:solidFill>
          <a:latin typeface="Manrope SemiBold" pitchFamily="2" charset="0"/>
          <a:ea typeface="+mn-ea"/>
          <a:cs typeface="+mn-cs"/>
        </a:defRPr>
      </a:lvl3pPr>
      <a:lvl4pPr marL="216000" indent="-216000" algn="l" defTabSz="914400" rtl="0" eaLnBrk="1" latinLnBrk="0" hangingPunct="1">
        <a:lnSpc>
          <a:spcPct val="110000"/>
        </a:lnSpc>
        <a:spcBef>
          <a:spcPts val="0"/>
        </a:spcBef>
        <a:buFont typeface="Arial" panose="020B0604020202020204" pitchFamily="34" charset="0"/>
        <a:buChar char="•"/>
        <a:defRPr sz="1300" kern="1200" cap="all" baseline="0">
          <a:solidFill>
            <a:schemeClr val="accent2"/>
          </a:solidFill>
          <a:latin typeface="Manrope SemiBold" pitchFamily="2" charset="0"/>
          <a:ea typeface="+mn-ea"/>
          <a:cs typeface="+mn-cs"/>
        </a:defRPr>
      </a:lvl4pPr>
      <a:lvl5pPr marL="432000" indent="-216000" algn="l" defTabSz="914400" rtl="0" eaLnBrk="1" latinLnBrk="0" hangingPunct="1">
        <a:lnSpc>
          <a:spcPct val="110000"/>
        </a:lnSpc>
        <a:spcBef>
          <a:spcPts val="0"/>
        </a:spcBef>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pos="318" userDrawn="1">
          <p15:clr>
            <a:srgbClr val="F26B43"/>
          </p15:clr>
        </p15:guide>
        <p15:guide id="4" pos="7339" userDrawn="1">
          <p15:clr>
            <a:srgbClr val="F26B43"/>
          </p15:clr>
        </p15:guide>
        <p15:guide id="5" orient="horz" pos="318" userDrawn="1">
          <p15:clr>
            <a:srgbClr val="F26B43"/>
          </p15:clr>
        </p15:guide>
        <p15:guide id="6" orient="horz" pos="4001" userDrawn="1">
          <p15:clr>
            <a:srgbClr val="F26B43"/>
          </p15:clr>
        </p15:guide>
        <p15:guide id="7" orient="horz" pos="3759" userDrawn="1">
          <p15:clr>
            <a:srgbClr val="F26B43"/>
          </p15:clr>
        </p15:guide>
        <p15:guide id="8" orient="horz" pos="102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221B01-7F90-1449-92C4-5D4AA5ECBFC2}" type="datetimeFigureOut">
              <a:rPr lang="en-US" smtClean="0"/>
              <a:t>3/24/2026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84258B-6F7D-D349-8673-40C401091328}" type="slidenum">
              <a:rPr lang="en-US" smtClean="0"/>
              <a:t>‹#›</a:t>
            </a:fld>
            <a:endParaRPr lang="en-US"/>
          </a:p>
        </p:txBody>
      </p:sp>
      <p:sp>
        <p:nvSpPr>
          <p:cNvPr id="8" name="TextBox 7">
            <a:extLst>
              <a:ext uri="{FF2B5EF4-FFF2-40B4-BE49-F238E27FC236}">
                <a16:creationId xmlns:a16="http://schemas.microsoft.com/office/drawing/2014/main" id="{5C25069C-F970-1CFD-41C3-0DB3B5F6FB9D}"/>
              </a:ext>
            </a:extLst>
          </p:cNvPr>
          <p:cNvSpPr txBox="1"/>
          <p:nvPr userDrawn="1">
            <p:extLst>
              <p:ext uri="{1162E1C5-73C7-4A58-AE30-91384D911F3F}">
                <p184:classification xmlns:p184="http://schemas.microsoft.com/office/powerpoint/2018/4/main" val="hdr"/>
              </p:ext>
            </p:extLst>
          </p:nvPr>
        </p:nvSpPr>
        <p:spPr>
          <a:xfrm>
            <a:off x="63500" y="63500"/>
            <a:ext cx="1374775" cy="152400"/>
          </a:xfrm>
          <a:prstGeom prst="rect">
            <a:avLst/>
          </a:prstGeom>
        </p:spPr>
        <p:txBody>
          <a:bodyPr horzOverflow="overflow" lIns="0" tIns="0" rIns="0" bIns="0">
            <a:spAutoFit/>
          </a:bodyPr>
          <a:lstStyle/>
          <a:p>
            <a:pPr algn="l"/>
            <a:r>
              <a:rPr lang="el-GR" sz="1000">
                <a:solidFill>
                  <a:srgbClr val="0000FF">
                    <a:alpha val="50000"/>
                  </a:srgbClr>
                </a:solidFill>
                <a:latin typeface="Aptos" panose="020B0004020202020204" pitchFamily="34" charset="0"/>
              </a:rPr>
              <a:t>[RESTRICTED INTERNAL]</a:t>
            </a:r>
          </a:p>
        </p:txBody>
      </p:sp>
    </p:spTree>
    <p:extLst>
      <p:ext uri="{BB962C8B-B14F-4D97-AF65-F5344CB8AC3E}">
        <p14:creationId xmlns:p14="http://schemas.microsoft.com/office/powerpoint/2010/main" val="416208295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0F4440-CEDC-0D92-E0D5-5C1E3B59B1DA}"/>
              </a:ext>
            </a:extLst>
          </p:cNvPr>
          <p:cNvSpPr>
            <a:spLocks noGrp="1"/>
          </p:cNvSpPr>
          <p:nvPr>
            <p:ph type="title"/>
          </p:nvPr>
        </p:nvSpPr>
        <p:spPr>
          <a:xfrm>
            <a:off x="504826" y="504825"/>
            <a:ext cx="11145838" cy="672744"/>
          </a:xfrm>
          <a:prstGeom prst="rect">
            <a:avLst/>
          </a:prstGeom>
        </p:spPr>
        <p:txBody>
          <a:bodyPr vert="horz" lIns="0" tIns="0" rIns="0" bIns="0" rtlCol="0" anchor="t">
            <a:noAutofit/>
          </a:bodyPr>
          <a:lstStyle/>
          <a:p>
            <a:r>
              <a:rPr lang="el-GR"/>
              <a:t>Κάντε κλικ για να επεξεργαστείτε τον τίτλο υποδείγματος</a:t>
            </a:r>
            <a:endParaRPr lang="en-GB"/>
          </a:p>
        </p:txBody>
      </p:sp>
      <p:sp>
        <p:nvSpPr>
          <p:cNvPr id="3" name="Text Placeholder 2">
            <a:extLst>
              <a:ext uri="{FF2B5EF4-FFF2-40B4-BE49-F238E27FC236}">
                <a16:creationId xmlns:a16="http://schemas.microsoft.com/office/drawing/2014/main" id="{DBCA021F-8558-9528-DA3D-486CCDBEB58F}"/>
              </a:ext>
            </a:extLst>
          </p:cNvPr>
          <p:cNvSpPr>
            <a:spLocks noGrp="1"/>
          </p:cNvSpPr>
          <p:nvPr>
            <p:ph type="body" idx="1"/>
          </p:nvPr>
        </p:nvSpPr>
        <p:spPr>
          <a:xfrm>
            <a:off x="504824" y="1628776"/>
            <a:ext cx="11145839" cy="4338638"/>
          </a:xfrm>
          <a:prstGeom prst="rect">
            <a:avLst/>
          </a:prstGeom>
        </p:spPr>
        <p:txBody>
          <a:bodyPr vert="horz" lIns="0" tIns="0" rIns="0" bIns="0" rtlCol="0">
            <a:no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GB"/>
          </a:p>
        </p:txBody>
      </p:sp>
      <p:sp>
        <p:nvSpPr>
          <p:cNvPr id="4" name="Date Placeholder 3">
            <a:extLst>
              <a:ext uri="{FF2B5EF4-FFF2-40B4-BE49-F238E27FC236}">
                <a16:creationId xmlns:a16="http://schemas.microsoft.com/office/drawing/2014/main" id="{1CD1A8F0-AC4B-E4A0-94D0-99C4BFD973A7}"/>
              </a:ext>
            </a:extLst>
          </p:cNvPr>
          <p:cNvSpPr>
            <a:spLocks noGrp="1"/>
          </p:cNvSpPr>
          <p:nvPr>
            <p:ph type="dt" sz="half" idx="2"/>
          </p:nvPr>
        </p:nvSpPr>
        <p:spPr>
          <a:xfrm>
            <a:off x="7913235" y="6119789"/>
            <a:ext cx="2743200" cy="231799"/>
          </a:xfrm>
          <a:prstGeom prst="rect">
            <a:avLst/>
          </a:prstGeom>
        </p:spPr>
        <p:txBody>
          <a:bodyPr vert="horz" lIns="0" tIns="0" rIns="0" bIns="0" rtlCol="0" anchor="b">
            <a:noAutofit/>
          </a:bodyPr>
          <a:lstStyle>
            <a:lvl1pPr algn="r">
              <a:defRPr sz="1000">
                <a:solidFill>
                  <a:schemeClr val="tx2"/>
                </a:solidFill>
              </a:defRPr>
            </a:lvl1pPr>
          </a:lstStyle>
          <a:p>
            <a:fld id="{7D936C3A-CA8B-4BD5-A947-9B8A86CA21EB}" type="datetime1">
              <a:rPr lang="en-GB" smtClean="0"/>
              <a:t>24/03/2026</a:t>
            </a:fld>
            <a:endParaRPr lang="en-GB"/>
          </a:p>
        </p:txBody>
      </p:sp>
      <p:sp>
        <p:nvSpPr>
          <p:cNvPr id="5" name="Footer Placeholder 4">
            <a:extLst>
              <a:ext uri="{FF2B5EF4-FFF2-40B4-BE49-F238E27FC236}">
                <a16:creationId xmlns:a16="http://schemas.microsoft.com/office/drawing/2014/main" id="{5EC0FC7A-298A-77A0-6596-56B0B3FD8C37}"/>
              </a:ext>
            </a:extLst>
          </p:cNvPr>
          <p:cNvSpPr>
            <a:spLocks noGrp="1"/>
          </p:cNvSpPr>
          <p:nvPr>
            <p:ph type="ftr" sz="quarter" idx="3"/>
          </p:nvPr>
        </p:nvSpPr>
        <p:spPr>
          <a:xfrm>
            <a:off x="504824" y="6119789"/>
            <a:ext cx="4114800" cy="231799"/>
          </a:xfrm>
          <a:prstGeom prst="rect">
            <a:avLst/>
          </a:prstGeom>
        </p:spPr>
        <p:txBody>
          <a:bodyPr vert="horz" lIns="0" tIns="0" rIns="0" bIns="0" rtlCol="0" anchor="b">
            <a:noAutofit/>
          </a:bodyPr>
          <a:lstStyle>
            <a:lvl1pPr algn="l">
              <a:defRPr sz="1000">
                <a:solidFill>
                  <a:schemeClr val="tx2"/>
                </a:solidFill>
              </a:defRPr>
            </a:lvl1pPr>
          </a:lstStyle>
          <a:p>
            <a:r>
              <a:rPr lang="en-GB"/>
              <a:t>Copyright Metlen 2024</a:t>
            </a:r>
          </a:p>
        </p:txBody>
      </p:sp>
      <p:sp>
        <p:nvSpPr>
          <p:cNvPr id="6" name="Slide Number Placeholder 5">
            <a:extLst>
              <a:ext uri="{FF2B5EF4-FFF2-40B4-BE49-F238E27FC236}">
                <a16:creationId xmlns:a16="http://schemas.microsoft.com/office/drawing/2014/main" id="{B4517C40-7EB7-0CFD-6F6C-54AE57DE17D5}"/>
              </a:ext>
            </a:extLst>
          </p:cNvPr>
          <p:cNvSpPr>
            <a:spLocks noGrp="1"/>
          </p:cNvSpPr>
          <p:nvPr>
            <p:ph type="sldNum" sz="quarter" idx="4"/>
          </p:nvPr>
        </p:nvSpPr>
        <p:spPr>
          <a:xfrm>
            <a:off x="10937116" y="5967415"/>
            <a:ext cx="713547" cy="384174"/>
          </a:xfrm>
          <a:prstGeom prst="rect">
            <a:avLst/>
          </a:prstGeom>
        </p:spPr>
        <p:txBody>
          <a:bodyPr vert="horz" lIns="0" tIns="0" rIns="0" bIns="0" rtlCol="0" anchor="b">
            <a:noAutofit/>
          </a:bodyPr>
          <a:lstStyle>
            <a:lvl1pPr algn="r">
              <a:defRPr sz="1000">
                <a:solidFill>
                  <a:schemeClr val="tx2"/>
                </a:solidFill>
              </a:defRPr>
            </a:lvl1pPr>
          </a:lstStyle>
          <a:p>
            <a:fld id="{CBA53E11-492D-48B3-9F9B-09541CA2A39A}" type="slidenum">
              <a:rPr lang="en-GB" smtClean="0"/>
              <a:pPr/>
              <a:t>‹#›</a:t>
            </a:fld>
            <a:endParaRPr lang="en-GB"/>
          </a:p>
        </p:txBody>
      </p:sp>
    </p:spTree>
    <p:extLst>
      <p:ext uri="{BB962C8B-B14F-4D97-AF65-F5344CB8AC3E}">
        <p14:creationId xmlns:p14="http://schemas.microsoft.com/office/powerpoint/2010/main" val="253913804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Lst>
  <p:transition>
    <p:fade/>
  </p:transition>
  <p:hf hdr="0" dt="0"/>
  <p:txStyles>
    <p:titleStyle>
      <a:lvl1pPr algn="l" defTabSz="914400" rtl="0" eaLnBrk="1" latinLnBrk="0" hangingPunct="1">
        <a:lnSpc>
          <a:spcPct val="90000"/>
        </a:lnSpc>
        <a:spcBef>
          <a:spcPct val="0"/>
        </a:spcBef>
        <a:buNone/>
        <a:defRPr sz="4000" kern="1200">
          <a:solidFill>
            <a:schemeClr val="accent5"/>
          </a:solidFill>
          <a:latin typeface="+mj-lt"/>
          <a:ea typeface="+mj-ea"/>
          <a:cs typeface="+mj-cs"/>
        </a:defRPr>
      </a:lvl1pPr>
    </p:titleStyle>
    <p:bodyStyle>
      <a:lvl1pPr marL="0" indent="0" algn="l" defTabSz="914400" rtl="0" eaLnBrk="1" latinLnBrk="0" hangingPunct="1">
        <a:lnSpc>
          <a:spcPct val="110000"/>
        </a:lnSpc>
        <a:spcBef>
          <a:spcPts val="0"/>
        </a:spcBef>
        <a:buFont typeface="Arial" panose="020B0604020202020204" pitchFamily="34" charset="0"/>
        <a:buNone/>
        <a:defRPr sz="1300" kern="1200">
          <a:solidFill>
            <a:schemeClr val="tx1"/>
          </a:solidFill>
          <a:latin typeface="+mn-lt"/>
          <a:ea typeface="+mn-ea"/>
          <a:cs typeface="+mn-cs"/>
        </a:defRPr>
      </a:lvl1pPr>
      <a:lvl2pPr marL="0" indent="0" algn="l" defTabSz="914400" rtl="0" eaLnBrk="1" latinLnBrk="0" hangingPunct="1">
        <a:lnSpc>
          <a:spcPct val="110000"/>
        </a:lnSpc>
        <a:spcBef>
          <a:spcPts val="0"/>
        </a:spcBef>
        <a:buFont typeface="Arial" panose="020B0604020202020204" pitchFamily="34" charset="0"/>
        <a:buNone/>
        <a:defRPr sz="1600" b="0" kern="1200">
          <a:solidFill>
            <a:schemeClr val="tx1"/>
          </a:solidFill>
          <a:latin typeface="+mn-lt"/>
          <a:ea typeface="+mn-ea"/>
          <a:cs typeface="+mn-cs"/>
        </a:defRPr>
      </a:lvl2pPr>
      <a:lvl3pPr marL="0" indent="0" algn="l" defTabSz="914400" rtl="0" eaLnBrk="1" latinLnBrk="0" hangingPunct="1">
        <a:lnSpc>
          <a:spcPct val="110000"/>
        </a:lnSpc>
        <a:spcBef>
          <a:spcPts val="0"/>
        </a:spcBef>
        <a:buFont typeface="Arial" panose="020B0604020202020204" pitchFamily="34" charset="0"/>
        <a:buNone/>
        <a:defRPr sz="1300" kern="1200" cap="all" baseline="0">
          <a:solidFill>
            <a:schemeClr val="accent2"/>
          </a:solidFill>
          <a:latin typeface="Manrope SemiBold" pitchFamily="2" charset="0"/>
          <a:ea typeface="+mn-ea"/>
          <a:cs typeface="+mn-cs"/>
        </a:defRPr>
      </a:lvl3pPr>
      <a:lvl4pPr marL="216000" indent="-216000" algn="l" defTabSz="914400" rtl="0" eaLnBrk="1" latinLnBrk="0" hangingPunct="1">
        <a:lnSpc>
          <a:spcPct val="110000"/>
        </a:lnSpc>
        <a:spcBef>
          <a:spcPts val="0"/>
        </a:spcBef>
        <a:buFont typeface="Arial" panose="020B0604020202020204" pitchFamily="34" charset="0"/>
        <a:buChar char="•"/>
        <a:defRPr sz="1300" kern="1200" cap="all" baseline="0">
          <a:solidFill>
            <a:schemeClr val="accent2"/>
          </a:solidFill>
          <a:latin typeface="Manrope SemiBold" pitchFamily="2" charset="0"/>
          <a:ea typeface="+mn-ea"/>
          <a:cs typeface="+mn-cs"/>
        </a:defRPr>
      </a:lvl4pPr>
      <a:lvl5pPr marL="432000" indent="-216000" algn="l" defTabSz="914400" rtl="0" eaLnBrk="1" latinLnBrk="0" hangingPunct="1">
        <a:lnSpc>
          <a:spcPct val="110000"/>
        </a:lnSpc>
        <a:spcBef>
          <a:spcPts val="0"/>
        </a:spcBef>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guide id="3" pos="318">
          <p15:clr>
            <a:srgbClr val="F26B43"/>
          </p15:clr>
        </p15:guide>
        <p15:guide id="4" pos="7339">
          <p15:clr>
            <a:srgbClr val="F26B43"/>
          </p15:clr>
        </p15:guide>
        <p15:guide id="5" orient="horz" pos="318">
          <p15:clr>
            <a:srgbClr val="F26B43"/>
          </p15:clr>
        </p15:guide>
        <p15:guide id="6" orient="horz" pos="4001">
          <p15:clr>
            <a:srgbClr val="F26B43"/>
          </p15:clr>
        </p15:guide>
        <p15:guide id="7" orient="horz" pos="3759">
          <p15:clr>
            <a:srgbClr val="F26B43"/>
          </p15:clr>
        </p15:guide>
        <p15:guide id="8" orient="horz" pos="102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hevron 2"/>
          <p:cNvSpPr/>
          <p:nvPr/>
        </p:nvSpPr>
        <p:spPr>
          <a:xfrm>
            <a:off x="365760" y="228600"/>
            <a:ext cx="2560320" cy="384048"/>
          </a:xfrm>
          <a:prstGeom prst="chevron">
            <a:avLst>
              <a:gd name="adj" fmla="val 25000"/>
            </a:avLst>
          </a:prstGeom>
          <a:gradFill>
            <a:gsLst>
              <a:gs pos="0">
                <a:srgbClr val="795AFD"/>
              </a:gs>
              <a:gs pos="100000">
                <a:srgbClr val="4E2589"/>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100" b="1">
                <a:solidFill>
                  <a:srgbClr val="FFFFFF"/>
                </a:solidFill>
                <a:latin typeface="Montserrat SemiBold"/>
              </a:rPr>
              <a:t>Feasibility Analysis Tool</a:t>
            </a:r>
          </a:p>
        </p:txBody>
      </p:sp>
      <p:sp>
        <p:nvSpPr>
          <p:cNvPr id="4" name="TextBox 3"/>
          <p:cNvSpPr txBox="1"/>
          <p:nvPr/>
        </p:nvSpPr>
        <p:spPr>
          <a:xfrm>
            <a:off x="3108960" y="137160"/>
            <a:ext cx="6400800" cy="411480"/>
          </a:xfrm>
          <a:prstGeom prst="rect">
            <a:avLst/>
          </a:prstGeom>
          <a:noFill/>
        </p:spPr>
        <p:txBody>
          <a:bodyPr wrap="square" anchor="t"/>
          <a:lstStyle/>
          <a:p>
            <a:pPr algn="l">
              <a:spcBef>
                <a:spcPts val="0"/>
              </a:spcBef>
              <a:spcAft>
                <a:spcPts val="0"/>
              </a:spcAft>
            </a:pPr>
            <a:r>
              <a:rPr sz="2400" b="0">
                <a:solidFill>
                  <a:srgbClr val="4E2589"/>
                </a:solidFill>
                <a:latin typeface="Manrope Light"/>
              </a:rPr>
              <a:t>DC Feasibility Tool v4</a:t>
            </a:r>
          </a:p>
        </p:txBody>
      </p:sp>
      <p:sp>
        <p:nvSpPr>
          <p:cNvPr id="5" name="TextBox 4"/>
          <p:cNvSpPr txBox="1"/>
          <p:nvPr/>
        </p:nvSpPr>
        <p:spPr>
          <a:xfrm>
            <a:off x="3108960" y="475488"/>
            <a:ext cx="7315200" cy="274320"/>
          </a:xfrm>
          <a:prstGeom prst="rect">
            <a:avLst/>
          </a:prstGeom>
          <a:noFill/>
        </p:spPr>
        <p:txBody>
          <a:bodyPr wrap="square" anchor="t"/>
          <a:lstStyle/>
          <a:p>
            <a:pPr algn="l">
              <a:spcBef>
                <a:spcPts val="0"/>
              </a:spcBef>
              <a:spcAft>
                <a:spcPts val="0"/>
              </a:spcAft>
            </a:pPr>
            <a:r>
              <a:rPr sz="1100" b="0">
                <a:solidFill>
                  <a:srgbClr val="4A4A4A"/>
                </a:solidFill>
                <a:latin typeface="Open Sans"/>
              </a:rPr>
              <a:t>Site-specific 8,760-hour simulation engine for data center site evaluation</a:t>
            </a:r>
          </a:p>
        </p:txBody>
      </p:sp>
      <p:sp>
        <p:nvSpPr>
          <p:cNvPr id="6" name="Rectangle 5"/>
          <p:cNvSpPr/>
          <p:nvPr/>
        </p:nvSpPr>
        <p:spPr>
          <a:xfrm>
            <a:off x="365760" y="822960"/>
            <a:ext cx="11430000" cy="13716"/>
          </a:xfrm>
          <a:prstGeom prst="rect">
            <a:avLst/>
          </a:prstGeom>
          <a:solidFill>
            <a:srgbClr val="BC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evron 6"/>
          <p:cNvSpPr/>
          <p:nvPr/>
        </p:nvSpPr>
        <p:spPr>
          <a:xfrm>
            <a:off x="640080" y="1005840"/>
            <a:ext cx="2011680" cy="502920"/>
          </a:xfrm>
          <a:prstGeom prst="chevron">
            <a:avLst>
              <a:gd name="adj" fmla="val 25000"/>
            </a:avLst>
          </a:prstGeom>
          <a:gradFill>
            <a:gsLst>
              <a:gs pos="0">
                <a:srgbClr val="4E2589"/>
              </a:gs>
              <a:gs pos="100000">
                <a:srgbClr val="795AF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000" b="1">
                <a:solidFill>
                  <a:srgbClr val="FFFFFF"/>
                </a:solidFill>
                <a:latin typeface="Montserrat SemiBold"/>
              </a:rPr>
              <a:t>1  Site &amp; Grid</a:t>
            </a:r>
          </a:p>
        </p:txBody>
      </p:sp>
      <p:sp>
        <p:nvSpPr>
          <p:cNvPr id="8" name="Chevron 7"/>
          <p:cNvSpPr/>
          <p:nvPr/>
        </p:nvSpPr>
        <p:spPr>
          <a:xfrm>
            <a:off x="2816352" y="1005840"/>
            <a:ext cx="2011680" cy="502920"/>
          </a:xfrm>
          <a:prstGeom prst="chevron">
            <a:avLst>
              <a:gd name="adj" fmla="val 25000"/>
            </a:avLst>
          </a:prstGeom>
          <a:gradFill>
            <a:gsLst>
              <a:gs pos="0">
                <a:srgbClr val="795AFD"/>
              </a:gs>
              <a:gs pos="100000">
                <a:srgbClr val="BCACFE"/>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000" b="1">
                <a:solidFill>
                  <a:srgbClr val="FFFFFF"/>
                </a:solidFill>
                <a:latin typeface="Montserrat SemiBold"/>
              </a:rPr>
              <a:t>2  Climate Analysis</a:t>
            </a:r>
          </a:p>
        </p:txBody>
      </p:sp>
      <p:sp>
        <p:nvSpPr>
          <p:cNvPr id="9" name="Chevron 8"/>
          <p:cNvSpPr/>
          <p:nvPr/>
        </p:nvSpPr>
        <p:spPr>
          <a:xfrm>
            <a:off x="4992624" y="1005840"/>
            <a:ext cx="2011680" cy="502920"/>
          </a:xfrm>
          <a:prstGeom prst="chevron">
            <a:avLst>
              <a:gd name="adj" fmla="val 25000"/>
            </a:avLst>
          </a:prstGeom>
          <a:gradFill>
            <a:gsLst>
              <a:gs pos="0">
                <a:srgbClr val="4E2589"/>
              </a:gs>
              <a:gs pos="100000">
                <a:srgbClr val="795AF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000" b="1">
                <a:solidFill>
                  <a:srgbClr val="FFFFFF"/>
                </a:solidFill>
                <a:latin typeface="Montserrat SemiBold"/>
              </a:rPr>
              <a:t>3  Scenario Runner</a:t>
            </a:r>
          </a:p>
        </p:txBody>
      </p:sp>
      <p:sp>
        <p:nvSpPr>
          <p:cNvPr id="10" name="Chevron 9"/>
          <p:cNvSpPr/>
          <p:nvPr/>
        </p:nvSpPr>
        <p:spPr>
          <a:xfrm>
            <a:off x="7168896" y="1005840"/>
            <a:ext cx="2011680" cy="502920"/>
          </a:xfrm>
          <a:prstGeom prst="chevron">
            <a:avLst>
              <a:gd name="adj" fmla="val 25000"/>
            </a:avLst>
          </a:prstGeom>
          <a:gradFill>
            <a:gsLst>
              <a:gs pos="0">
                <a:srgbClr val="795AFD"/>
              </a:gs>
              <a:gs pos="100000">
                <a:srgbClr val="BCACFE"/>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000" b="1">
                <a:solidFill>
                  <a:srgbClr val="FFFFFF"/>
                </a:solidFill>
                <a:latin typeface="Montserrat SemiBold"/>
              </a:rPr>
              <a:t>4  Results Dashboard</a:t>
            </a:r>
          </a:p>
        </p:txBody>
      </p:sp>
      <p:sp>
        <p:nvSpPr>
          <p:cNvPr id="11" name="Chevron 10"/>
          <p:cNvSpPr/>
          <p:nvPr/>
        </p:nvSpPr>
        <p:spPr>
          <a:xfrm>
            <a:off x="9345168" y="1005840"/>
            <a:ext cx="2011680" cy="502920"/>
          </a:xfrm>
          <a:prstGeom prst="chevron">
            <a:avLst>
              <a:gd name="adj" fmla="val 25000"/>
            </a:avLst>
          </a:prstGeom>
          <a:gradFill>
            <a:gsLst>
              <a:gs pos="0">
                <a:srgbClr val="4E2589"/>
              </a:gs>
              <a:gs pos="100000">
                <a:srgbClr val="795AF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wrap="square" lIns="228600" rIns="45720"/>
          <a:lstStyle/>
          <a:p>
            <a:pPr algn="ctr"/>
            <a:r>
              <a:rPr sz="1000" b="1">
                <a:solidFill>
                  <a:srgbClr val="FFFFFF"/>
                </a:solidFill>
                <a:latin typeface="Montserrat SemiBold"/>
              </a:rPr>
              <a:t>5  Green Energy</a:t>
            </a:r>
          </a:p>
        </p:txBody>
      </p:sp>
      <p:sp>
        <p:nvSpPr>
          <p:cNvPr id="12" name="TextBox 11"/>
          <p:cNvSpPr txBox="1"/>
          <p:nvPr/>
        </p:nvSpPr>
        <p:spPr>
          <a:xfrm>
            <a:off x="365760" y="1024128"/>
            <a:ext cx="274320" cy="457200"/>
          </a:xfrm>
          <a:prstGeom prst="rect">
            <a:avLst/>
          </a:prstGeom>
          <a:noFill/>
        </p:spPr>
        <p:txBody>
          <a:bodyPr wrap="square" anchor="t"/>
          <a:lstStyle/>
          <a:p>
            <a:pPr algn="l">
              <a:spcBef>
                <a:spcPts val="0"/>
              </a:spcBef>
              <a:spcAft>
                <a:spcPts val="0"/>
              </a:spcAft>
            </a:pPr>
            <a:r>
              <a:rPr sz="800" b="0">
                <a:solidFill>
                  <a:srgbClr val="000000"/>
                </a:solidFill>
                <a:latin typeface="Open Sans"/>
              </a:rPr>
              <a:t/>
            </a:r>
          </a:p>
        </p:txBody>
      </p:sp>
      <p:sp>
        <p:nvSpPr>
          <p:cNvPr id="13" name="Rounded Rectangle 12"/>
          <p:cNvSpPr/>
          <p:nvPr/>
        </p:nvSpPr>
        <p:spPr>
          <a:xfrm>
            <a:off x="365760" y="1691640"/>
            <a:ext cx="3566160" cy="3337560"/>
          </a:xfrm>
          <a:prstGeom prst="roundRect">
            <a:avLst>
              <a:gd name="adj" fmla="val 5000"/>
            </a:avLst>
          </a:prstGeom>
          <a:solidFill>
            <a:srgbClr val="F5F5F5"/>
          </a:solidFill>
          <a:ln w="12700">
            <a:solidFill>
              <a:srgbClr val="BC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691640"/>
            <a:ext cx="3566160" cy="32004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19072"/>
            <a:ext cx="3291840" cy="274320"/>
          </a:xfrm>
          <a:prstGeom prst="rect">
            <a:avLst/>
          </a:prstGeom>
          <a:noFill/>
        </p:spPr>
        <p:txBody>
          <a:bodyPr wrap="square" anchor="t"/>
          <a:lstStyle/>
          <a:p>
            <a:pPr algn="l">
              <a:spcBef>
                <a:spcPts val="0"/>
              </a:spcBef>
              <a:spcAft>
                <a:spcPts val="0"/>
              </a:spcAft>
            </a:pPr>
            <a:r>
              <a:rPr sz="1100" b="1">
                <a:solidFill>
                  <a:srgbClr val="FFFFFF"/>
                </a:solidFill>
                <a:latin typeface="Montserrat SemiBold"/>
              </a:rPr>
              <a:t>DATA SOURCES &amp; INPUTS</a:t>
            </a:r>
          </a:p>
        </p:txBody>
      </p:sp>
      <p:sp>
        <p:nvSpPr>
          <p:cNvPr id="16" name="TextBox 15"/>
          <p:cNvSpPr txBox="1"/>
          <p:nvPr/>
        </p:nvSpPr>
        <p:spPr>
          <a:xfrm>
            <a:off x="475488" y="2103120"/>
            <a:ext cx="3346704" cy="2834640"/>
          </a:xfrm>
          <a:prstGeom prst="rect">
            <a:avLst/>
          </a:prstGeom>
          <a:noFill/>
        </p:spPr>
        <p:txBody>
          <a:bodyPr wrap="square"/>
          <a:lstStyle/>
          <a:p>
            <a:pPr algn="l">
              <a:spcBef>
                <a:spcPts val="100"/>
              </a:spcBef>
              <a:spcAft>
                <a:spcPts val="100"/>
              </a:spcAft>
            </a:pPr>
            <a:r>
              <a:rPr sz="850" b="1">
                <a:solidFill>
                  <a:srgbClr val="1B303A"/>
                </a:solidFill>
                <a:latin typeface="Open Sans"/>
              </a:rPr>
              <a:t>Grid Infrastructure</a:t>
            </a:r>
            <a:r>
              <a:rPr sz="750" b="0">
                <a:solidFill>
                  <a:srgbClr val="4A4A4A"/>
                </a:solidFill>
                <a:latin typeface="Open Sans"/>
              </a:rPr>
              <a:t> screening</a:t>
            </a:r>
          </a:p>
          <a:p>
            <a:pPr algn="l">
              <a:spcBef>
                <a:spcPts val="100"/>
              </a:spcBef>
              <a:spcAft>
                <a:spcPts val="100"/>
              </a:spcAft>
            </a:pPr>
            <a:r>
              <a:rPr sz="850" b="1">
                <a:solidFill>
                  <a:srgbClr val="795AFD"/>
                </a:solidFill>
                <a:latin typeface="Open Sans"/>
              </a:rPr>
              <a:t>• </a:t>
            </a:r>
            <a:r>
              <a:rPr sz="850" b="0">
                <a:solidFill>
                  <a:srgbClr val="1B303A"/>
                </a:solidFill>
                <a:latin typeface="Open Sans"/>
              </a:rPr>
              <a:t>OSM/Overpass API: substations, lines, cables</a:t>
            </a:r>
          </a:p>
          <a:p>
            <a:pPr algn="l">
              <a:spcBef>
                <a:spcPts val="100"/>
              </a:spcBef>
              <a:spcAft>
                <a:spcPts val="100"/>
              </a:spcAft>
            </a:pPr>
            <a:r>
              <a:rPr sz="850" b="1">
                <a:solidFill>
                  <a:srgbClr val="795AFD"/>
                </a:solidFill>
                <a:latin typeface="Open Sans"/>
              </a:rPr>
              <a:t>• </a:t>
            </a:r>
            <a:r>
              <a:rPr sz="850" b="0">
                <a:solidFill>
                  <a:srgbClr val="1B303A"/>
                </a:solidFill>
                <a:latin typeface="Open Sans"/>
              </a:rPr>
              <a:t>Voltage mapping &amp; distance scoring</a:t>
            </a:r>
          </a:p>
          <a:p>
            <a:pPr algn="l">
              <a:spcBef>
                <a:spcPts val="100"/>
              </a:spcBef>
              <a:spcAft>
                <a:spcPts val="100"/>
              </a:spcAft>
            </a:pPr>
            <a:r>
              <a:rPr sz="850" b="1">
                <a:solidFill>
                  <a:srgbClr val="795AFD"/>
                </a:solidFill>
                <a:latin typeface="Open Sans"/>
              </a:rPr>
              <a:t>• </a:t>
            </a:r>
            <a:r>
              <a:rPr sz="850" b="0">
                <a:solidFill>
                  <a:srgbClr val="1B303A"/>
                </a:solidFill>
                <a:latin typeface="Open Sans"/>
              </a:rPr>
              <a:t>User evidence ingestion (STMG, utility refs)</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Climate &amp; Weather</a:t>
            </a:r>
            <a:r>
              <a:rPr sz="750" b="0">
                <a:solidFill>
                  <a:srgbClr val="4A4A4A"/>
                </a:solidFill>
                <a:latin typeface="Open Sans"/>
              </a:rPr>
              <a:t> data</a:t>
            </a:r>
          </a:p>
          <a:p>
            <a:pPr algn="l">
              <a:spcBef>
                <a:spcPts val="100"/>
              </a:spcBef>
              <a:spcAft>
                <a:spcPts val="100"/>
              </a:spcAft>
            </a:pPr>
            <a:r>
              <a:rPr sz="850" b="1">
                <a:solidFill>
                  <a:srgbClr val="795AFD"/>
                </a:solidFill>
                <a:latin typeface="Open Sans"/>
              </a:rPr>
              <a:t>• </a:t>
            </a:r>
            <a:r>
              <a:rPr sz="850" b="0">
                <a:solidFill>
                  <a:srgbClr val="1B303A"/>
                </a:solidFill>
                <a:latin typeface="Open Sans"/>
              </a:rPr>
              <a:t>Open-Meteo API (5-year archive → 1 repr. year)</a:t>
            </a:r>
          </a:p>
          <a:p>
            <a:pPr algn="l">
              <a:spcBef>
                <a:spcPts val="100"/>
              </a:spcBef>
              <a:spcAft>
                <a:spcPts val="100"/>
              </a:spcAft>
            </a:pPr>
            <a:r>
              <a:rPr sz="850" b="1">
                <a:solidFill>
                  <a:srgbClr val="795AFD"/>
                </a:solidFill>
                <a:latin typeface="Open Sans"/>
              </a:rPr>
              <a:t>• </a:t>
            </a:r>
            <a:r>
              <a:rPr sz="850" b="0">
                <a:solidFill>
                  <a:srgbClr val="1B303A"/>
                </a:solidFill>
                <a:latin typeface="Open Sans"/>
              </a:rPr>
              <a:t>8,760 hourly records (T_db, RH)</a:t>
            </a:r>
          </a:p>
          <a:p>
            <a:pPr algn="l">
              <a:spcBef>
                <a:spcPts val="100"/>
              </a:spcBef>
              <a:spcAft>
                <a:spcPts val="100"/>
              </a:spcAft>
            </a:pPr>
            <a:r>
              <a:rPr sz="850" b="1">
                <a:solidFill>
                  <a:srgbClr val="795AFD"/>
                </a:solidFill>
                <a:latin typeface="Open Sans"/>
              </a:rPr>
              <a:t>• </a:t>
            </a:r>
            <a:r>
              <a:rPr sz="850" b="0">
                <a:solidFill>
                  <a:srgbClr val="1B303A"/>
                </a:solidFill>
                <a:latin typeface="Open Sans"/>
              </a:rPr>
              <a:t>Manual CSV upload supported</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Solar Irradiance</a:t>
            </a:r>
            <a:r>
              <a:rPr sz="750" b="0">
                <a:solidFill>
                  <a:srgbClr val="4A4A4A"/>
                </a:solidFill>
                <a:latin typeface="Open Sans"/>
              </a:rPr>
              <a:t> profile</a:t>
            </a:r>
          </a:p>
          <a:p>
            <a:pPr algn="l">
              <a:spcBef>
                <a:spcPts val="100"/>
              </a:spcBef>
              <a:spcAft>
                <a:spcPts val="100"/>
              </a:spcAft>
            </a:pPr>
            <a:r>
              <a:rPr sz="850" b="1">
                <a:solidFill>
                  <a:srgbClr val="795AFD"/>
                </a:solidFill>
                <a:latin typeface="Open Sans"/>
              </a:rPr>
              <a:t>• </a:t>
            </a:r>
            <a:r>
              <a:rPr sz="850" b="0">
                <a:solidFill>
                  <a:srgbClr val="1B303A"/>
                </a:solidFill>
                <a:latin typeface="Open Sans"/>
              </a:rPr>
              <a:t>PVGIS / Copernicus (tilt, azimuth, tech type)</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Site Geometry &amp; Power</a:t>
            </a:r>
            <a:r>
              <a:rPr sz="750" b="0">
                <a:solidFill>
                  <a:srgbClr val="4A4A4A"/>
                </a:solidFill>
                <a:latin typeface="Open Sans"/>
              </a:rPr>
              <a:t/>
            </a:r>
          </a:p>
          <a:p>
            <a:pPr algn="l">
              <a:spcBef>
                <a:spcPts val="100"/>
              </a:spcBef>
              <a:spcAft>
                <a:spcPts val="100"/>
              </a:spcAft>
            </a:pPr>
            <a:r>
              <a:rPr sz="850" b="1">
                <a:solidFill>
                  <a:srgbClr val="795AFD"/>
                </a:solidFill>
                <a:latin typeface="Open Sans"/>
              </a:rPr>
              <a:t>• </a:t>
            </a:r>
            <a:r>
              <a:rPr sz="850" b="0">
                <a:solidFill>
                  <a:srgbClr val="1B303A"/>
                </a:solidFill>
                <a:latin typeface="Open Sans"/>
              </a:rPr>
              <a:t>KML/KMZ upload → area, perimeter</a:t>
            </a:r>
          </a:p>
          <a:p>
            <a:pPr algn="l">
              <a:spcBef>
                <a:spcPts val="100"/>
              </a:spcBef>
              <a:spcAft>
                <a:spcPts val="100"/>
              </a:spcAft>
            </a:pPr>
            <a:r>
              <a:rPr sz="850" b="1">
                <a:solidFill>
                  <a:srgbClr val="795AFD"/>
                </a:solidFill>
                <a:latin typeface="Open Sans"/>
              </a:rPr>
              <a:t>• </a:t>
            </a:r>
            <a:r>
              <a:rPr sz="850" b="0">
                <a:solidFill>
                  <a:srgbClr val="1B303A"/>
                </a:solidFill>
                <a:latin typeface="Open Sans"/>
              </a:rPr>
              <a:t>Power reservation + voltage levels</a:t>
            </a:r>
          </a:p>
          <a:p>
            <a:pPr algn="l">
              <a:spcBef>
                <a:spcPts val="100"/>
              </a:spcBef>
              <a:spcAft>
                <a:spcPts val="100"/>
              </a:spcAft>
            </a:pPr>
            <a:r>
              <a:rPr sz="850" b="1">
                <a:solidFill>
                  <a:srgbClr val="795AFD"/>
                </a:solidFill>
                <a:latin typeface="Open Sans"/>
              </a:rPr>
              <a:t>• </a:t>
            </a:r>
            <a:r>
              <a:rPr sz="850" b="0">
                <a:solidFill>
                  <a:srgbClr val="1B303A"/>
                </a:solidFill>
                <a:latin typeface="Open Sans"/>
              </a:rPr>
              <a:t>Buildable ratio, building height, floor count</a:t>
            </a:r>
          </a:p>
        </p:txBody>
      </p:sp>
      <p:sp>
        <p:nvSpPr>
          <p:cNvPr id="17" name="Rounded Rectangle 16"/>
          <p:cNvSpPr/>
          <p:nvPr/>
        </p:nvSpPr>
        <p:spPr>
          <a:xfrm>
            <a:off x="4160520" y="1691640"/>
            <a:ext cx="4023360" cy="3337560"/>
          </a:xfrm>
          <a:prstGeom prst="roundRect">
            <a:avLst>
              <a:gd name="adj" fmla="val 5000"/>
            </a:avLst>
          </a:prstGeom>
          <a:solidFill>
            <a:srgbClr val="F5F5F5"/>
          </a:solidFill>
          <a:ln w="19050">
            <a:solidFill>
              <a:srgbClr val="795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60520" y="1691640"/>
            <a:ext cx="4023360" cy="320040"/>
          </a:xfrm>
          <a:prstGeom prst="rect">
            <a:avLst/>
          </a:prstGeom>
          <a:solidFill>
            <a:srgbClr val="4E25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0" y="1719072"/>
            <a:ext cx="3749040" cy="274320"/>
          </a:xfrm>
          <a:prstGeom prst="rect">
            <a:avLst/>
          </a:prstGeom>
          <a:noFill/>
        </p:spPr>
        <p:txBody>
          <a:bodyPr wrap="square" anchor="t"/>
          <a:lstStyle/>
          <a:p>
            <a:pPr algn="l">
              <a:spcBef>
                <a:spcPts val="0"/>
              </a:spcBef>
              <a:spcAft>
                <a:spcPts val="0"/>
              </a:spcAft>
            </a:pPr>
            <a:r>
              <a:rPr sz="1100" b="1">
                <a:solidFill>
                  <a:srgbClr val="FFFFFF"/>
                </a:solidFill>
                <a:latin typeface="Montserrat SemiBold"/>
              </a:rPr>
              <a:t>SIMULATION ENGINE</a:t>
            </a:r>
          </a:p>
        </p:txBody>
      </p:sp>
      <p:sp>
        <p:nvSpPr>
          <p:cNvPr id="20" name="TextBox 19"/>
          <p:cNvSpPr txBox="1"/>
          <p:nvPr/>
        </p:nvSpPr>
        <p:spPr>
          <a:xfrm>
            <a:off x="4270248" y="2103120"/>
            <a:ext cx="3803904" cy="2834640"/>
          </a:xfrm>
          <a:prstGeom prst="rect">
            <a:avLst/>
          </a:prstGeom>
          <a:noFill/>
        </p:spPr>
        <p:txBody>
          <a:bodyPr wrap="square"/>
          <a:lstStyle/>
          <a:p>
            <a:pPr algn="l">
              <a:spcBef>
                <a:spcPts val="100"/>
              </a:spcBef>
              <a:spcAft>
                <a:spcPts val="100"/>
              </a:spcAft>
            </a:pPr>
            <a:r>
              <a:rPr sz="850" b="1">
                <a:solidFill>
                  <a:srgbClr val="1B303A"/>
                </a:solidFill>
                <a:latin typeface="Open Sans"/>
              </a:rPr>
              <a:t>8,760-Hour PUE Engine</a:t>
            </a:r>
            <a:r>
              <a:rPr sz="750" b="0">
                <a:solidFill>
                  <a:srgbClr val="4A4A4A"/>
                </a:solidFill>
                <a:latin typeface="Open Sans"/>
              </a:rPr>
              <a:t/>
            </a:r>
          </a:p>
          <a:p>
            <a:pPr algn="l">
              <a:spcBef>
                <a:spcPts val="100"/>
              </a:spcBef>
              <a:spcAft>
                <a:spcPts val="100"/>
              </a:spcAft>
            </a:pPr>
            <a:r>
              <a:rPr sz="850" b="1">
                <a:solidFill>
                  <a:srgbClr val="00F1F2"/>
                </a:solidFill>
                <a:latin typeface="Open Sans"/>
              </a:rPr>
              <a:t>• </a:t>
            </a:r>
            <a:r>
              <a:rPr sz="850" b="0">
                <a:solidFill>
                  <a:srgbClr val="1B303A"/>
                </a:solidFill>
                <a:latin typeface="Open Sans"/>
              </a:rPr>
              <a:t>Hourly weather-driven cooling COP model</a:t>
            </a:r>
          </a:p>
          <a:p>
            <a:pPr algn="l">
              <a:spcBef>
                <a:spcPts val="100"/>
              </a:spcBef>
              <a:spcAft>
                <a:spcPts val="100"/>
              </a:spcAft>
            </a:pPr>
            <a:r>
              <a:rPr sz="850" b="1">
                <a:solidFill>
                  <a:srgbClr val="00F1F2"/>
                </a:solidFill>
                <a:latin typeface="Open Sans"/>
              </a:rPr>
              <a:t>• </a:t>
            </a:r>
            <a:r>
              <a:rPr sz="850" b="0">
                <a:solidFill>
                  <a:srgbClr val="1B303A"/>
                </a:solidFill>
                <a:latin typeface="Open Sans"/>
              </a:rPr>
              <a:t>Energy-weighted annual PUE (Uptime methodology)</a:t>
            </a:r>
          </a:p>
          <a:p>
            <a:pPr algn="l">
              <a:spcBef>
                <a:spcPts val="100"/>
              </a:spcBef>
              <a:spcAft>
                <a:spcPts val="100"/>
              </a:spcAft>
            </a:pPr>
            <a:r>
              <a:rPr sz="850" b="1">
                <a:solidFill>
                  <a:srgbClr val="00F1F2"/>
                </a:solidFill>
                <a:latin typeface="Open Sans"/>
              </a:rPr>
              <a:t>• </a:t>
            </a:r>
            <a:r>
              <a:rPr sz="850" b="0">
                <a:solidFill>
                  <a:srgbClr val="1B303A"/>
                </a:solidFill>
                <a:latin typeface="Open Sans"/>
              </a:rPr>
              <a:t>IT capacity spectrum: Worst / P99 / P90 / Mean / Best</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8 Cooling Topologies</a:t>
            </a:r>
            <a:r>
              <a:rPr sz="750" b="0">
                <a:solidFill>
                  <a:srgbClr val="4A4A4A"/>
                </a:solidFill>
                <a:latin typeface="Open Sans"/>
              </a:rPr>
              <a:t/>
            </a:r>
          </a:p>
          <a:p>
            <a:pPr algn="l">
              <a:spcBef>
                <a:spcPts val="100"/>
              </a:spcBef>
              <a:spcAft>
                <a:spcPts val="100"/>
              </a:spcAft>
            </a:pPr>
            <a:r>
              <a:rPr sz="850" b="1">
                <a:solidFill>
                  <a:srgbClr val="00F1F2"/>
                </a:solidFill>
                <a:latin typeface="Open Sans"/>
              </a:rPr>
              <a:t>• </a:t>
            </a:r>
            <a:r>
              <a:rPr sz="850" b="0">
                <a:solidFill>
                  <a:srgbClr val="1B303A"/>
                </a:solidFill>
                <a:latin typeface="Open Sans"/>
              </a:rPr>
              <a:t>Air-CRAC, AHU, Chiller+Econ, RDHx, DLC, Immersion,</a:t>
            </a:r>
          </a:p>
          <a:p>
            <a:pPr algn="l">
              <a:spcBef>
                <a:spcPts val="100"/>
              </a:spcBef>
              <a:spcAft>
                <a:spcPts val="100"/>
              </a:spcAft>
            </a:pPr>
            <a:r>
              <a:rPr sz="850" b="0">
                <a:solidFill>
                  <a:srgbClr val="1B303A"/>
                </a:solidFill>
                <a:latin typeface="Open Sans"/>
              </a:rPr>
              <a:t>  Dry Cooler — 3-mode economizer w/ wet-bulb dispatch</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6 Load Types</a:t>
            </a:r>
            <a:r>
              <a:rPr sz="750" b="0">
                <a:solidFill>
                  <a:srgbClr val="4A4A4A"/>
                </a:solidFill>
                <a:latin typeface="Open Sans"/>
              </a:rPr>
              <a:t> × 4 Redundancy × 3 Density</a:t>
            </a:r>
          </a:p>
          <a:p>
            <a:pPr algn="l">
              <a:spcBef>
                <a:spcPts val="100"/>
              </a:spcBef>
              <a:spcAft>
                <a:spcPts val="100"/>
              </a:spcAft>
            </a:pPr>
            <a:r>
              <a:rPr sz="850" b="1">
                <a:solidFill>
                  <a:srgbClr val="00F1F2"/>
                </a:solidFill>
                <a:latin typeface="Open Sans"/>
              </a:rPr>
              <a:t>• </a:t>
            </a:r>
            <a:r>
              <a:rPr sz="850" b="0">
                <a:solidFill>
                  <a:srgbClr val="1B303A"/>
                </a:solidFill>
                <a:latin typeface="Open Sans"/>
              </a:rPr>
              <a:t>Colocation (Std/HD), HPC, AI/GPU, Hyperscale, Edge</a:t>
            </a:r>
          </a:p>
          <a:p>
            <a:pPr algn="l">
              <a:spcBef>
                <a:spcPts val="100"/>
              </a:spcBef>
              <a:spcAft>
                <a:spcPts val="100"/>
              </a:spcAft>
            </a:pPr>
            <a:r>
              <a:rPr sz="850" b="1">
                <a:solidFill>
                  <a:srgbClr val="00F1F2"/>
                </a:solidFill>
                <a:latin typeface="Open Sans"/>
              </a:rPr>
              <a:t>• </a:t>
            </a:r>
            <a:r>
              <a:rPr sz="850" b="0">
                <a:solidFill>
                  <a:srgbClr val="1B303A"/>
                </a:solidFill>
                <a:latin typeface="Open Sans"/>
              </a:rPr>
              <a:t>N / N+1 / 2N / 2N+1 redundancy levels</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Advanced Analytics</a:t>
            </a:r>
            <a:r>
              <a:rPr sz="750" b="0">
                <a:solidFill>
                  <a:srgbClr val="4A4A4A"/>
                </a:solidFill>
                <a:latin typeface="Open Sans"/>
              </a:rPr>
              <a:t/>
            </a:r>
          </a:p>
          <a:p>
            <a:pPr algn="l">
              <a:spcBef>
                <a:spcPts val="100"/>
              </a:spcBef>
              <a:spcAft>
                <a:spcPts val="100"/>
              </a:spcAft>
            </a:pPr>
            <a:r>
              <a:rPr sz="850" b="1">
                <a:solidFill>
                  <a:srgbClr val="00F1F2"/>
                </a:solidFill>
                <a:latin typeface="Open Sans"/>
              </a:rPr>
              <a:t>• </a:t>
            </a:r>
            <a:r>
              <a:rPr sz="850" b="0">
                <a:solidFill>
                  <a:srgbClr val="1B303A"/>
                </a:solidFill>
                <a:latin typeface="Open Sans"/>
              </a:rPr>
              <a:t>Sensitivity tornado charts &amp; break-even solver</a:t>
            </a:r>
          </a:p>
          <a:p>
            <a:pPr algn="l">
              <a:spcBef>
                <a:spcPts val="100"/>
              </a:spcBef>
              <a:spcAft>
                <a:spcPts val="100"/>
              </a:spcAft>
            </a:pPr>
            <a:r>
              <a:rPr sz="850" b="1">
                <a:solidFill>
                  <a:srgbClr val="00F1F2"/>
                </a:solidFill>
                <a:latin typeface="Open Sans"/>
              </a:rPr>
              <a:t>• </a:t>
            </a:r>
            <a:r>
              <a:rPr sz="850" b="0">
                <a:solidFill>
                  <a:srgbClr val="1B303A"/>
                </a:solidFill>
                <a:latin typeface="Open Sans"/>
              </a:rPr>
              <a:t>Load-mix optimizer (multi-workload allocation)</a:t>
            </a:r>
          </a:p>
          <a:p>
            <a:pPr algn="l">
              <a:spcBef>
                <a:spcPts val="100"/>
              </a:spcBef>
              <a:spcAft>
                <a:spcPts val="100"/>
              </a:spcAft>
            </a:pPr>
            <a:r>
              <a:rPr sz="850" b="1">
                <a:solidFill>
                  <a:srgbClr val="00F1F2"/>
                </a:solidFill>
                <a:latin typeface="Open Sans"/>
              </a:rPr>
              <a:t>• </a:t>
            </a:r>
            <a:r>
              <a:rPr sz="850" b="0">
                <a:solidFill>
                  <a:srgbClr val="1B303A"/>
                </a:solidFill>
                <a:latin typeface="Open Sans"/>
              </a:rPr>
              <a:t>Firm capacity solver (guaranteed MW)</a:t>
            </a:r>
          </a:p>
          <a:p>
            <a:pPr algn="l">
              <a:spcBef>
                <a:spcPts val="100"/>
              </a:spcBef>
              <a:spcAft>
                <a:spcPts val="100"/>
              </a:spcAft>
            </a:pPr>
            <a:r>
              <a:rPr sz="850" b="1">
                <a:solidFill>
                  <a:srgbClr val="00F1F2"/>
                </a:solidFill>
                <a:latin typeface="Open Sans"/>
              </a:rPr>
              <a:t>• </a:t>
            </a:r>
            <a:r>
              <a:rPr sz="850" b="0">
                <a:solidFill>
                  <a:srgbClr val="1B303A"/>
                </a:solidFill>
                <a:latin typeface="Open Sans"/>
              </a:rPr>
              <a:t>PV + BESS + Fuel Cell hourly dispatch</a:t>
            </a:r>
          </a:p>
        </p:txBody>
      </p:sp>
      <p:sp>
        <p:nvSpPr>
          <p:cNvPr id="21" name="Rounded Rectangle 20"/>
          <p:cNvSpPr/>
          <p:nvPr/>
        </p:nvSpPr>
        <p:spPr>
          <a:xfrm>
            <a:off x="8412480" y="1691640"/>
            <a:ext cx="3200400" cy="3337560"/>
          </a:xfrm>
          <a:prstGeom prst="roundRect">
            <a:avLst>
              <a:gd name="adj" fmla="val 5000"/>
            </a:avLst>
          </a:prstGeom>
          <a:solidFill>
            <a:srgbClr val="F5F5F5"/>
          </a:solidFill>
          <a:ln w="12700">
            <a:solidFill>
              <a:srgbClr val="BC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0" y="1691640"/>
            <a:ext cx="3200400" cy="32004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49640" y="1719072"/>
            <a:ext cx="2926080" cy="274320"/>
          </a:xfrm>
          <a:prstGeom prst="rect">
            <a:avLst/>
          </a:prstGeom>
          <a:noFill/>
        </p:spPr>
        <p:txBody>
          <a:bodyPr wrap="square" anchor="t"/>
          <a:lstStyle/>
          <a:p>
            <a:pPr algn="l">
              <a:spcBef>
                <a:spcPts val="0"/>
              </a:spcBef>
              <a:spcAft>
                <a:spcPts val="0"/>
              </a:spcAft>
            </a:pPr>
            <a:r>
              <a:rPr sz="1100" b="1">
                <a:solidFill>
                  <a:srgbClr val="FFFFFF"/>
                </a:solidFill>
                <a:latin typeface="Montserrat SemiBold"/>
              </a:rPr>
              <a:t>OUTPUTS &amp; REPORTING</a:t>
            </a:r>
          </a:p>
        </p:txBody>
      </p:sp>
      <p:sp>
        <p:nvSpPr>
          <p:cNvPr id="24" name="TextBox 23"/>
          <p:cNvSpPr txBox="1"/>
          <p:nvPr/>
        </p:nvSpPr>
        <p:spPr>
          <a:xfrm>
            <a:off x="8522208" y="2103120"/>
            <a:ext cx="2980944" cy="2834640"/>
          </a:xfrm>
          <a:prstGeom prst="rect">
            <a:avLst/>
          </a:prstGeom>
          <a:noFill/>
        </p:spPr>
        <p:txBody>
          <a:bodyPr wrap="square"/>
          <a:lstStyle/>
          <a:p>
            <a:pPr algn="l">
              <a:spcBef>
                <a:spcPts val="100"/>
              </a:spcBef>
              <a:spcAft>
                <a:spcPts val="100"/>
              </a:spcAft>
            </a:pPr>
            <a:r>
              <a:rPr sz="850" b="1">
                <a:solidFill>
                  <a:srgbClr val="1B303A"/>
                </a:solidFill>
                <a:latin typeface="Open Sans"/>
              </a:rPr>
              <a:t>Scenario Results</a:t>
            </a:r>
            <a:r>
              <a:rPr sz="750" b="0">
                <a:solidFill>
                  <a:srgbClr val="4A4A4A"/>
                </a:solidFill>
                <a:latin typeface="Open Sans"/>
              </a:rPr>
              <a:t/>
            </a:r>
          </a:p>
          <a:p>
            <a:pPr algn="l">
              <a:spcBef>
                <a:spcPts val="100"/>
              </a:spcBef>
              <a:spcAft>
                <a:spcPts val="100"/>
              </a:spcAft>
            </a:pPr>
            <a:r>
              <a:rPr sz="850" b="1">
                <a:solidFill>
                  <a:srgbClr val="5FE838"/>
                </a:solidFill>
                <a:latin typeface="Open Sans"/>
              </a:rPr>
              <a:t>• </a:t>
            </a:r>
            <a:r>
              <a:rPr sz="850" b="0">
                <a:solidFill>
                  <a:srgbClr val="1B303A"/>
                </a:solidFill>
                <a:latin typeface="Open Sans"/>
              </a:rPr>
              <a:t>IT Capacity (MW) &amp; Facility Power</a:t>
            </a:r>
          </a:p>
          <a:p>
            <a:pPr algn="l">
              <a:spcBef>
                <a:spcPts val="100"/>
              </a:spcBef>
              <a:spcAft>
                <a:spcPts val="100"/>
              </a:spcAft>
            </a:pPr>
            <a:r>
              <a:rPr sz="850" b="1">
                <a:solidFill>
                  <a:srgbClr val="5FE838"/>
                </a:solidFill>
                <a:latin typeface="Open Sans"/>
              </a:rPr>
              <a:t>• </a:t>
            </a:r>
            <a:r>
              <a:rPr sz="850" b="0">
                <a:solidFill>
                  <a:srgbClr val="1B303A"/>
                </a:solidFill>
                <a:latin typeface="Open Sans"/>
              </a:rPr>
              <a:t>Annual PUE (static + hourly)</a:t>
            </a:r>
          </a:p>
          <a:p>
            <a:pPr algn="l">
              <a:spcBef>
                <a:spcPts val="100"/>
              </a:spcBef>
              <a:spcAft>
                <a:spcPts val="100"/>
              </a:spcAft>
            </a:pPr>
            <a:r>
              <a:rPr sz="850" b="1">
                <a:solidFill>
                  <a:srgbClr val="5FE838"/>
                </a:solidFill>
                <a:latin typeface="Open Sans"/>
              </a:rPr>
              <a:t>• </a:t>
            </a:r>
            <a:r>
              <a:rPr sz="850" b="0">
                <a:solidFill>
                  <a:srgbClr val="1B303A"/>
                </a:solidFill>
                <a:latin typeface="Open Sans"/>
              </a:rPr>
              <a:t>RAG Status (Red/Amber/Green/Blue)</a:t>
            </a:r>
          </a:p>
          <a:p>
            <a:pPr algn="l">
              <a:spcBef>
                <a:spcPts val="100"/>
              </a:spcBef>
              <a:spcAft>
                <a:spcPts val="100"/>
              </a:spcAft>
            </a:pPr>
            <a:r>
              <a:rPr sz="850" b="1">
                <a:solidFill>
                  <a:srgbClr val="5FE838"/>
                </a:solidFill>
                <a:latin typeface="Open Sans"/>
              </a:rPr>
              <a:t>• </a:t>
            </a:r>
            <a:r>
              <a:rPr sz="850" b="0">
                <a:solidFill>
                  <a:srgbClr val="1B303A"/>
                </a:solidFill>
                <a:latin typeface="Open Sans"/>
              </a:rPr>
              <a:t>Composite Score 0–100</a:t>
            </a:r>
          </a:p>
          <a:p>
            <a:pPr algn="l">
              <a:spcBef>
                <a:spcPts val="100"/>
              </a:spcBef>
              <a:spcAft>
                <a:spcPts val="100"/>
              </a:spcAft>
            </a:pPr>
            <a:r>
              <a:rPr sz="850" b="1">
                <a:solidFill>
                  <a:srgbClr val="5FE838"/>
                </a:solidFill>
                <a:latin typeface="Open Sans"/>
              </a:rPr>
              <a:t>• </a:t>
            </a:r>
            <a:r>
              <a:rPr sz="850" b="0">
                <a:solidFill>
                  <a:srgbClr val="1B303A"/>
                </a:solidFill>
                <a:latin typeface="Open Sans"/>
              </a:rPr>
              <a:t>Racks deployed &amp; binding constraint</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Green Energy</a:t>
            </a:r>
            <a:r>
              <a:rPr sz="750" b="0">
                <a:solidFill>
                  <a:srgbClr val="4A4A4A"/>
                </a:solidFill>
                <a:latin typeface="Open Sans"/>
              </a:rPr>
              <a:t/>
            </a:r>
          </a:p>
          <a:p>
            <a:pPr algn="l">
              <a:spcBef>
                <a:spcPts val="100"/>
              </a:spcBef>
              <a:spcAft>
                <a:spcPts val="100"/>
              </a:spcAft>
            </a:pPr>
            <a:r>
              <a:rPr sz="850" b="1">
                <a:solidFill>
                  <a:srgbClr val="5FE838"/>
                </a:solidFill>
                <a:latin typeface="Open Sans"/>
              </a:rPr>
              <a:t>• </a:t>
            </a:r>
            <a:r>
              <a:rPr sz="850" b="0">
                <a:solidFill>
                  <a:srgbClr val="1B303A"/>
                </a:solidFill>
                <a:latin typeface="Open Sans"/>
              </a:rPr>
              <a:t>PV offset &amp; BESS cycling metrics</a:t>
            </a:r>
          </a:p>
          <a:p>
            <a:pPr algn="l">
              <a:spcBef>
                <a:spcPts val="100"/>
              </a:spcBef>
              <a:spcAft>
                <a:spcPts val="100"/>
              </a:spcAft>
            </a:pPr>
            <a:r>
              <a:rPr sz="850" b="1">
                <a:solidFill>
                  <a:srgbClr val="5FE838"/>
                </a:solidFill>
                <a:latin typeface="Open Sans"/>
              </a:rPr>
              <a:t>• </a:t>
            </a:r>
            <a:r>
              <a:rPr sz="850" b="0">
                <a:solidFill>
                  <a:srgbClr val="1B303A"/>
                </a:solidFill>
                <a:latin typeface="Open Sans"/>
              </a:rPr>
              <a:t>CO₂ grid offset calculation</a:t>
            </a:r>
          </a:p>
          <a:p>
            <a:pPr algn="l">
              <a:spcBef>
                <a:spcPts val="100"/>
              </a:spcBef>
              <a:spcAft>
                <a:spcPts val="100"/>
              </a:spcAft>
            </a:pPr>
            <a:r>
              <a:rPr sz="850" b="1">
                <a:solidFill>
                  <a:srgbClr val="5FE838"/>
                </a:solidFill>
                <a:latin typeface="Open Sans"/>
              </a:rPr>
              <a:t>• </a:t>
            </a:r>
            <a:r>
              <a:rPr sz="850" b="0">
                <a:solidFill>
                  <a:srgbClr val="1B303A"/>
                </a:solidFill>
                <a:latin typeface="Open Sans"/>
              </a:rPr>
              <a:t>Hourly dispatch visualization</a:t>
            </a:r>
          </a:p>
          <a:p>
            <a:pPr algn="l">
              <a:spcBef>
                <a:spcPts val="100"/>
              </a:spcBef>
              <a:spcAft>
                <a:spcPts val="100"/>
              </a:spcAft>
            </a:pPr>
            <a:r>
              <a:rPr sz="850" b="0">
                <a:solidFill>
                  <a:srgbClr val="1B303A"/>
                </a:solidFill>
                <a:latin typeface="Open Sans"/>
              </a:rPr>
              <a:t/>
            </a:r>
          </a:p>
          <a:p>
            <a:pPr algn="l">
              <a:spcBef>
                <a:spcPts val="100"/>
              </a:spcBef>
              <a:spcAft>
                <a:spcPts val="100"/>
              </a:spcAft>
            </a:pPr>
            <a:r>
              <a:rPr sz="850" b="1">
                <a:solidFill>
                  <a:srgbClr val="1B303A"/>
                </a:solidFill>
                <a:latin typeface="Open Sans"/>
              </a:rPr>
              <a:t>Export Formats</a:t>
            </a:r>
            <a:r>
              <a:rPr sz="750" b="0">
                <a:solidFill>
                  <a:srgbClr val="4A4A4A"/>
                </a:solidFill>
                <a:latin typeface="Open Sans"/>
              </a:rPr>
              <a:t/>
            </a:r>
          </a:p>
          <a:p>
            <a:pPr algn="l">
              <a:spcBef>
                <a:spcPts val="100"/>
              </a:spcBef>
              <a:spcAft>
                <a:spcPts val="100"/>
              </a:spcAft>
            </a:pPr>
            <a:r>
              <a:rPr sz="850" b="1">
                <a:solidFill>
                  <a:srgbClr val="5FE838"/>
                </a:solidFill>
                <a:latin typeface="Open Sans"/>
              </a:rPr>
              <a:t>• </a:t>
            </a:r>
            <a:r>
              <a:rPr sz="850" b="0">
                <a:solidFill>
                  <a:srgbClr val="1B303A"/>
                </a:solidFill>
                <a:latin typeface="Open Sans"/>
              </a:rPr>
              <a:t>PDF — executive &amp; detailed reports</a:t>
            </a:r>
          </a:p>
          <a:p>
            <a:pPr algn="l">
              <a:spcBef>
                <a:spcPts val="100"/>
              </a:spcBef>
              <a:spcAft>
                <a:spcPts val="100"/>
              </a:spcAft>
            </a:pPr>
            <a:r>
              <a:rPr sz="850" b="1">
                <a:solidFill>
                  <a:srgbClr val="5FE838"/>
                </a:solidFill>
                <a:latin typeface="Open Sans"/>
              </a:rPr>
              <a:t>• </a:t>
            </a:r>
            <a:r>
              <a:rPr sz="850" b="0">
                <a:solidFill>
                  <a:srgbClr val="1B303A"/>
                </a:solidFill>
                <a:latin typeface="Open Sans"/>
              </a:rPr>
              <a:t>Excel — multi-sheet workbook</a:t>
            </a:r>
          </a:p>
          <a:p>
            <a:pPr algn="l">
              <a:spcBef>
                <a:spcPts val="100"/>
              </a:spcBef>
              <a:spcAft>
                <a:spcPts val="100"/>
              </a:spcAft>
            </a:pPr>
            <a:r>
              <a:rPr sz="850" b="1">
                <a:solidFill>
                  <a:srgbClr val="5FE838"/>
                </a:solidFill>
                <a:latin typeface="Open Sans"/>
              </a:rPr>
              <a:t>• </a:t>
            </a:r>
            <a:r>
              <a:rPr sz="850" b="0">
                <a:solidFill>
                  <a:srgbClr val="1B303A"/>
                </a:solidFill>
                <a:latin typeface="Open Sans"/>
              </a:rPr>
              <a:t>HTML — interactive browser report</a:t>
            </a:r>
          </a:p>
          <a:p>
            <a:pPr algn="l">
              <a:spcBef>
                <a:spcPts val="100"/>
              </a:spcBef>
              <a:spcAft>
                <a:spcPts val="100"/>
              </a:spcAft>
            </a:pPr>
            <a:r>
              <a:rPr sz="850" b="1">
                <a:solidFill>
                  <a:srgbClr val="5FE838"/>
                </a:solidFill>
                <a:latin typeface="Open Sans"/>
              </a:rPr>
              <a:t>• </a:t>
            </a:r>
            <a:r>
              <a:rPr sz="850" b="0">
                <a:solidFill>
                  <a:srgbClr val="1B303A"/>
                </a:solidFill>
                <a:latin typeface="Open Sans"/>
              </a:rPr>
              <a:t>Charts: capacity, PUE, tornado, dispatch</a:t>
            </a:r>
          </a:p>
        </p:txBody>
      </p:sp>
      <p:cxnSp>
        <p:nvCxnSpPr>
          <p:cNvPr id="25" name="Connector 24"/>
          <p:cNvCxnSpPr/>
          <p:nvPr/>
        </p:nvCxnSpPr>
        <p:spPr>
          <a:xfrm>
            <a:off x="3950208" y="3360420.0"/>
            <a:ext cx="192024" cy="0.0"/>
          </a:xfrm>
          <a:prstGeom prst="line">
            <a:avLst/>
          </a:prstGeom>
          <a:ln w="25400">
            <a:solidFill>
              <a:srgbClr val="795AF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202168" y="3360420.0"/>
            <a:ext cx="192024" cy="0.0"/>
          </a:xfrm>
          <a:prstGeom prst="line">
            <a:avLst/>
          </a:prstGeom>
          <a:ln w="25400">
            <a:solidFill>
              <a:srgbClr val="795AF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 y="5212080"/>
            <a:ext cx="2606040" cy="868680"/>
          </a:xfrm>
          <a:prstGeom prst="roundRect">
            <a:avLst>
              <a:gd name="adj" fmla="val 5000"/>
            </a:avLst>
          </a:prstGeom>
          <a:solidFill>
            <a:srgbClr val="FFFFFF"/>
          </a:solidFill>
          <a:ln w="19050">
            <a:solidFill>
              <a:srgbClr val="795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5212080"/>
            <a:ext cx="54864" cy="868680"/>
          </a:xfrm>
          <a:prstGeom prst="rect">
            <a:avLst/>
          </a:prstGeom>
          <a:solidFill>
            <a:srgbClr val="795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257800"/>
            <a:ext cx="1097280" cy="457200"/>
          </a:xfrm>
          <a:prstGeom prst="rect">
            <a:avLst/>
          </a:prstGeom>
          <a:noFill/>
        </p:spPr>
        <p:txBody>
          <a:bodyPr wrap="square" anchor="t"/>
          <a:lstStyle/>
          <a:p>
            <a:pPr algn="l">
              <a:spcBef>
                <a:spcPts val="0"/>
              </a:spcBef>
              <a:spcAft>
                <a:spcPts val="0"/>
              </a:spcAft>
            </a:pPr>
            <a:r>
              <a:rPr sz="2600" b="1">
                <a:solidFill>
                  <a:srgbClr val="4E2589"/>
                </a:solidFill>
                <a:latin typeface="Montserrat SemiBold"/>
              </a:rPr>
              <a:t>8,760</a:t>
            </a:r>
          </a:p>
        </p:txBody>
      </p:sp>
      <p:sp>
        <p:nvSpPr>
          <p:cNvPr id="30" name="TextBox 29"/>
          <p:cNvSpPr txBox="1"/>
          <p:nvPr/>
        </p:nvSpPr>
        <p:spPr>
          <a:xfrm>
            <a:off x="685800" y="5650992"/>
            <a:ext cx="2286000" cy="201168"/>
          </a:xfrm>
          <a:prstGeom prst="rect">
            <a:avLst/>
          </a:prstGeom>
          <a:noFill/>
        </p:spPr>
        <p:txBody>
          <a:bodyPr wrap="square" anchor="t"/>
          <a:lstStyle/>
          <a:p>
            <a:pPr algn="l">
              <a:spcBef>
                <a:spcPts val="0"/>
              </a:spcBef>
              <a:spcAft>
                <a:spcPts val="0"/>
              </a:spcAft>
            </a:pPr>
            <a:r>
              <a:rPr sz="1000" b="1">
                <a:solidFill>
                  <a:srgbClr val="0A2240"/>
                </a:solidFill>
                <a:latin typeface="Open Sans"/>
              </a:rPr>
              <a:t>Hours / Year</a:t>
            </a:r>
          </a:p>
        </p:txBody>
      </p:sp>
      <p:sp>
        <p:nvSpPr>
          <p:cNvPr id="31" name="TextBox 30"/>
          <p:cNvSpPr txBox="1"/>
          <p:nvPr/>
        </p:nvSpPr>
        <p:spPr>
          <a:xfrm>
            <a:off x="685800" y="5824728"/>
            <a:ext cx="2286000" cy="182880"/>
          </a:xfrm>
          <a:prstGeom prst="rect">
            <a:avLst/>
          </a:prstGeom>
          <a:noFill/>
        </p:spPr>
        <p:txBody>
          <a:bodyPr wrap="square" anchor="t"/>
          <a:lstStyle/>
          <a:p>
            <a:pPr algn="l">
              <a:spcBef>
                <a:spcPts val="0"/>
              </a:spcBef>
              <a:spcAft>
                <a:spcPts val="0"/>
              </a:spcAft>
            </a:pPr>
            <a:r>
              <a:rPr sz="750" b="0">
                <a:solidFill>
                  <a:srgbClr val="4A4A4A"/>
                </a:solidFill>
                <a:latin typeface="Open Sans"/>
              </a:rPr>
              <a:t>Full-year hourly simulation</a:t>
            </a:r>
          </a:p>
        </p:txBody>
      </p:sp>
      <p:sp>
        <p:nvSpPr>
          <p:cNvPr id="32" name="Rounded Rectangle 31"/>
          <p:cNvSpPr/>
          <p:nvPr/>
        </p:nvSpPr>
        <p:spPr>
          <a:xfrm>
            <a:off x="3310128" y="5212080"/>
            <a:ext cx="2606040" cy="868680"/>
          </a:xfrm>
          <a:prstGeom prst="roundRect">
            <a:avLst>
              <a:gd name="adj" fmla="val 5000"/>
            </a:avLst>
          </a:prstGeom>
          <a:solidFill>
            <a:srgbClr val="FFFFFF"/>
          </a:solidFill>
          <a:ln w="19050">
            <a:solidFill>
              <a:srgbClr val="00F1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310128" y="5212080"/>
            <a:ext cx="54864" cy="868680"/>
          </a:xfrm>
          <a:prstGeom prst="rect">
            <a:avLst/>
          </a:prstGeom>
          <a:solidFill>
            <a:srgbClr val="00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93008" y="5257800"/>
            <a:ext cx="1097280" cy="457200"/>
          </a:xfrm>
          <a:prstGeom prst="rect">
            <a:avLst/>
          </a:prstGeom>
          <a:noFill/>
        </p:spPr>
        <p:txBody>
          <a:bodyPr wrap="square" anchor="t"/>
          <a:lstStyle/>
          <a:p>
            <a:pPr algn="l">
              <a:spcBef>
                <a:spcPts val="0"/>
              </a:spcBef>
              <a:spcAft>
                <a:spcPts val="0"/>
              </a:spcAft>
            </a:pPr>
            <a:r>
              <a:rPr sz="2600" b="1">
                <a:solidFill>
                  <a:srgbClr val="4E2589"/>
                </a:solidFill>
                <a:latin typeface="Montserrat SemiBold"/>
              </a:rPr>
              <a:t>8</a:t>
            </a:r>
          </a:p>
        </p:txBody>
      </p:sp>
      <p:sp>
        <p:nvSpPr>
          <p:cNvPr id="35" name="TextBox 34"/>
          <p:cNvSpPr txBox="1"/>
          <p:nvPr/>
        </p:nvSpPr>
        <p:spPr>
          <a:xfrm>
            <a:off x="3493008" y="5650992"/>
            <a:ext cx="2286000" cy="201168"/>
          </a:xfrm>
          <a:prstGeom prst="rect">
            <a:avLst/>
          </a:prstGeom>
          <a:noFill/>
        </p:spPr>
        <p:txBody>
          <a:bodyPr wrap="square" anchor="t"/>
          <a:lstStyle/>
          <a:p>
            <a:pPr algn="l">
              <a:spcBef>
                <a:spcPts val="0"/>
              </a:spcBef>
              <a:spcAft>
                <a:spcPts val="0"/>
              </a:spcAft>
            </a:pPr>
            <a:r>
              <a:rPr sz="1000" b="1">
                <a:solidFill>
                  <a:srgbClr val="0A2240"/>
                </a:solidFill>
                <a:latin typeface="Open Sans"/>
              </a:rPr>
              <a:t>Cooling Topologies</a:t>
            </a:r>
          </a:p>
        </p:txBody>
      </p:sp>
      <p:sp>
        <p:nvSpPr>
          <p:cNvPr id="36" name="TextBox 35"/>
          <p:cNvSpPr txBox="1"/>
          <p:nvPr/>
        </p:nvSpPr>
        <p:spPr>
          <a:xfrm>
            <a:off x="3493008" y="5824728"/>
            <a:ext cx="2286000" cy="182880"/>
          </a:xfrm>
          <a:prstGeom prst="rect">
            <a:avLst/>
          </a:prstGeom>
          <a:noFill/>
        </p:spPr>
        <p:txBody>
          <a:bodyPr wrap="square" anchor="t"/>
          <a:lstStyle/>
          <a:p>
            <a:pPr algn="l">
              <a:spcBef>
                <a:spcPts val="0"/>
              </a:spcBef>
              <a:spcAft>
                <a:spcPts val="0"/>
              </a:spcAft>
            </a:pPr>
            <a:r>
              <a:rPr sz="750" b="0">
                <a:solidFill>
                  <a:srgbClr val="4A4A4A"/>
                </a:solidFill>
                <a:latin typeface="Open Sans"/>
              </a:rPr>
              <a:t>Air to immersion cooling</a:t>
            </a:r>
          </a:p>
        </p:txBody>
      </p:sp>
      <p:sp>
        <p:nvSpPr>
          <p:cNvPr id="37" name="Rounded Rectangle 36"/>
          <p:cNvSpPr/>
          <p:nvPr/>
        </p:nvSpPr>
        <p:spPr>
          <a:xfrm>
            <a:off x="6117336" y="5212080"/>
            <a:ext cx="2606040" cy="868680"/>
          </a:xfrm>
          <a:prstGeom prst="roundRect">
            <a:avLst>
              <a:gd name="adj" fmla="val 5000"/>
            </a:avLst>
          </a:prstGeom>
          <a:solidFill>
            <a:srgbClr val="FFFFFF"/>
          </a:solidFill>
          <a:ln w="19050">
            <a:solidFill>
              <a:srgbClr val="5FE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17336" y="5212080"/>
            <a:ext cx="54864" cy="868680"/>
          </a:xfrm>
          <a:prstGeom prst="rect">
            <a:avLst/>
          </a:prstGeom>
          <a:solidFill>
            <a:srgbClr val="5FE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0216" y="5257800"/>
            <a:ext cx="1097280" cy="457200"/>
          </a:xfrm>
          <a:prstGeom prst="rect">
            <a:avLst/>
          </a:prstGeom>
          <a:noFill/>
        </p:spPr>
        <p:txBody>
          <a:bodyPr wrap="square" anchor="t"/>
          <a:lstStyle/>
          <a:p>
            <a:pPr algn="l">
              <a:spcBef>
                <a:spcPts val="0"/>
              </a:spcBef>
              <a:spcAft>
                <a:spcPts val="0"/>
              </a:spcAft>
            </a:pPr>
            <a:r>
              <a:rPr sz="2600" b="1">
                <a:solidFill>
                  <a:srgbClr val="4E2589"/>
                </a:solidFill>
                <a:latin typeface="Montserrat SemiBold"/>
              </a:rPr>
              <a:t>6</a:t>
            </a:r>
          </a:p>
        </p:txBody>
      </p:sp>
      <p:sp>
        <p:nvSpPr>
          <p:cNvPr id="40" name="TextBox 39"/>
          <p:cNvSpPr txBox="1"/>
          <p:nvPr/>
        </p:nvSpPr>
        <p:spPr>
          <a:xfrm>
            <a:off x="6300216" y="5650992"/>
            <a:ext cx="2286000" cy="201168"/>
          </a:xfrm>
          <a:prstGeom prst="rect">
            <a:avLst/>
          </a:prstGeom>
          <a:noFill/>
        </p:spPr>
        <p:txBody>
          <a:bodyPr wrap="square" anchor="t"/>
          <a:lstStyle/>
          <a:p>
            <a:pPr algn="l">
              <a:spcBef>
                <a:spcPts val="0"/>
              </a:spcBef>
              <a:spcAft>
                <a:spcPts val="0"/>
              </a:spcAft>
            </a:pPr>
            <a:r>
              <a:rPr sz="1000" b="1">
                <a:solidFill>
                  <a:srgbClr val="0A2240"/>
                </a:solidFill>
                <a:latin typeface="Open Sans"/>
              </a:rPr>
              <a:t>Load Types</a:t>
            </a:r>
          </a:p>
        </p:txBody>
      </p:sp>
      <p:sp>
        <p:nvSpPr>
          <p:cNvPr id="41" name="TextBox 40"/>
          <p:cNvSpPr txBox="1"/>
          <p:nvPr/>
        </p:nvSpPr>
        <p:spPr>
          <a:xfrm>
            <a:off x="6300216" y="5824728"/>
            <a:ext cx="2286000" cy="182880"/>
          </a:xfrm>
          <a:prstGeom prst="rect">
            <a:avLst/>
          </a:prstGeom>
          <a:noFill/>
        </p:spPr>
        <p:txBody>
          <a:bodyPr wrap="square" anchor="t"/>
          <a:lstStyle/>
          <a:p>
            <a:pPr algn="l">
              <a:spcBef>
                <a:spcPts val="0"/>
              </a:spcBef>
              <a:spcAft>
                <a:spcPts val="0"/>
              </a:spcAft>
            </a:pPr>
            <a:r>
              <a:rPr sz="750" b="0">
                <a:solidFill>
                  <a:srgbClr val="4A4A4A"/>
                </a:solidFill>
                <a:latin typeface="Open Sans"/>
              </a:rPr>
              <a:t>Colocation to AI/GPU clusters</a:t>
            </a:r>
          </a:p>
        </p:txBody>
      </p:sp>
      <p:sp>
        <p:nvSpPr>
          <p:cNvPr id="42" name="Rounded Rectangle 41"/>
          <p:cNvSpPr/>
          <p:nvPr/>
        </p:nvSpPr>
        <p:spPr>
          <a:xfrm>
            <a:off x="8924544" y="5212080"/>
            <a:ext cx="2606040" cy="868680"/>
          </a:xfrm>
          <a:prstGeom prst="roundRect">
            <a:avLst>
              <a:gd name="adj" fmla="val 5000"/>
            </a:avLst>
          </a:prstGeom>
          <a:solidFill>
            <a:srgbClr val="FFFFFF"/>
          </a:solidFill>
          <a:ln w="19050">
            <a:solidFill>
              <a:srgbClr val="BCAC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924544" y="5212080"/>
            <a:ext cx="54864" cy="868680"/>
          </a:xfrm>
          <a:prstGeom prst="rect">
            <a:avLst/>
          </a:prstGeom>
          <a:solidFill>
            <a:srgbClr val="BCAC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07424" y="5257800"/>
            <a:ext cx="1097280" cy="457200"/>
          </a:xfrm>
          <a:prstGeom prst="rect">
            <a:avLst/>
          </a:prstGeom>
          <a:noFill/>
        </p:spPr>
        <p:txBody>
          <a:bodyPr wrap="square" anchor="t"/>
          <a:lstStyle/>
          <a:p>
            <a:pPr algn="l">
              <a:spcBef>
                <a:spcPts val="0"/>
              </a:spcBef>
              <a:spcAft>
                <a:spcPts val="0"/>
              </a:spcAft>
            </a:pPr>
            <a:r>
              <a:rPr sz="2600" b="1">
                <a:solidFill>
                  <a:srgbClr val="4E2589"/>
                </a:solidFill>
                <a:latin typeface="Montserrat SemiBold"/>
              </a:rPr>
              <a:t>3</a:t>
            </a:r>
          </a:p>
        </p:txBody>
      </p:sp>
      <p:sp>
        <p:nvSpPr>
          <p:cNvPr id="45" name="TextBox 44"/>
          <p:cNvSpPr txBox="1"/>
          <p:nvPr/>
        </p:nvSpPr>
        <p:spPr>
          <a:xfrm>
            <a:off x="9107424" y="5650992"/>
            <a:ext cx="2286000" cy="201168"/>
          </a:xfrm>
          <a:prstGeom prst="rect">
            <a:avLst/>
          </a:prstGeom>
          <a:noFill/>
        </p:spPr>
        <p:txBody>
          <a:bodyPr wrap="square" anchor="t"/>
          <a:lstStyle/>
          <a:p>
            <a:pPr algn="l">
              <a:spcBef>
                <a:spcPts val="0"/>
              </a:spcBef>
              <a:spcAft>
                <a:spcPts val="0"/>
              </a:spcAft>
            </a:pPr>
            <a:r>
              <a:rPr sz="1000" b="1">
                <a:solidFill>
                  <a:srgbClr val="0A2240"/>
                </a:solidFill>
                <a:latin typeface="Open Sans"/>
              </a:rPr>
              <a:t>Export Formats</a:t>
            </a:r>
          </a:p>
        </p:txBody>
      </p:sp>
      <p:sp>
        <p:nvSpPr>
          <p:cNvPr id="46" name="TextBox 45"/>
          <p:cNvSpPr txBox="1"/>
          <p:nvPr/>
        </p:nvSpPr>
        <p:spPr>
          <a:xfrm>
            <a:off x="9107424" y="5824728"/>
            <a:ext cx="2286000" cy="182880"/>
          </a:xfrm>
          <a:prstGeom prst="rect">
            <a:avLst/>
          </a:prstGeom>
          <a:noFill/>
        </p:spPr>
        <p:txBody>
          <a:bodyPr wrap="square" anchor="t"/>
          <a:lstStyle/>
          <a:p>
            <a:pPr algn="l">
              <a:spcBef>
                <a:spcPts val="0"/>
              </a:spcBef>
              <a:spcAft>
                <a:spcPts val="0"/>
              </a:spcAft>
            </a:pPr>
            <a:r>
              <a:rPr sz="750" b="0">
                <a:solidFill>
                  <a:srgbClr val="4A4A4A"/>
                </a:solidFill>
                <a:latin typeface="Open Sans"/>
              </a:rPr>
              <a:t>PDF, Excel, HTML reports</a:t>
            </a:r>
          </a:p>
        </p:txBody>
      </p:sp>
      <p:sp>
        <p:nvSpPr>
          <p:cNvPr id="47" name="Rectangle 46"/>
          <p:cNvSpPr/>
          <p:nvPr/>
        </p:nvSpPr>
        <p:spPr>
          <a:xfrm>
            <a:off x="0" y="6537960"/>
            <a:ext cx="12191695" cy="320040"/>
          </a:xfrm>
          <a:prstGeom prst="rect">
            <a:avLst/>
          </a:prstGeom>
          <a:solidFill>
            <a:srgbClr val="0A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6556248"/>
            <a:ext cx="4572000" cy="274320"/>
          </a:xfrm>
          <a:prstGeom prst="rect">
            <a:avLst/>
          </a:prstGeom>
          <a:noFill/>
        </p:spPr>
        <p:txBody>
          <a:bodyPr wrap="square" anchor="t"/>
          <a:lstStyle/>
          <a:p>
            <a:pPr algn="l">
              <a:spcBef>
                <a:spcPts val="0"/>
              </a:spcBef>
              <a:spcAft>
                <a:spcPts val="0"/>
              </a:spcAft>
            </a:pPr>
            <a:r>
              <a:rPr sz="900" b="0">
                <a:solidFill>
                  <a:srgbClr val="FFFFFF"/>
                </a:solidFill>
                <a:latin typeface="Open Sans"/>
              </a:rPr>
              <a:t>Metlen  ·  Data Center BU  ·  Innovative Team  ·  2026</a:t>
            </a:r>
          </a:p>
        </p:txBody>
      </p:sp>
      <p:sp>
        <p:nvSpPr>
          <p:cNvPr id="49" name="TextBox 48"/>
          <p:cNvSpPr txBox="1"/>
          <p:nvPr/>
        </p:nvSpPr>
        <p:spPr>
          <a:xfrm>
            <a:off x="8229600" y="6556248"/>
            <a:ext cx="3657600" cy="274320"/>
          </a:xfrm>
          <a:prstGeom prst="rect">
            <a:avLst/>
          </a:prstGeom>
          <a:noFill/>
        </p:spPr>
        <p:txBody>
          <a:bodyPr wrap="square" anchor="t"/>
          <a:lstStyle/>
          <a:p>
            <a:pPr algn="r">
              <a:spcBef>
                <a:spcPts val="0"/>
              </a:spcBef>
              <a:spcAft>
                <a:spcPts val="0"/>
              </a:spcAft>
            </a:pPr>
            <a:r>
              <a:rPr sz="900" b="0">
                <a:solidFill>
                  <a:srgbClr val="BCACFE"/>
                </a:solidFill>
                <a:latin typeface="Open Sans"/>
              </a:rPr>
              <a:t>DC Feasibility Tool v4.1</a:t>
            </a:r>
          </a:p>
        </p:txBody>
      </p:sp>
    </p:spTree>
  </p:cSld>
  <p:clrMapOvr>
    <a:masterClrMapping/>
  </p:clrMapOvr>
</p:sld>
</file>

<file path=ppt/theme/theme1.xml><?xml version="1.0" encoding="utf-8"?>
<a:theme xmlns:a="http://schemas.openxmlformats.org/drawingml/2006/main" name="Metlen PPT Theme">
  <a:themeElements>
    <a:clrScheme name="Metlen colour theme">
      <a:dk1>
        <a:sysClr val="windowText" lastClr="000000"/>
      </a:dk1>
      <a:lt1>
        <a:sysClr val="window" lastClr="FFFFFF"/>
      </a:lt1>
      <a:dk2>
        <a:srgbClr val="1B303A"/>
      </a:dk2>
      <a:lt2>
        <a:srgbClr val="E7E6E6"/>
      </a:lt2>
      <a:accent1>
        <a:srgbClr val="0A2240"/>
      </a:accent1>
      <a:accent2>
        <a:srgbClr val="795AFD"/>
      </a:accent2>
      <a:accent3>
        <a:srgbClr val="00F1F2"/>
      </a:accent3>
      <a:accent4>
        <a:srgbClr val="5FE838"/>
      </a:accent4>
      <a:accent5>
        <a:srgbClr val="4E2589"/>
      </a:accent5>
      <a:accent6>
        <a:srgbClr val="BCACFE"/>
      </a:accent6>
      <a:hlink>
        <a:srgbClr val="795AFD"/>
      </a:hlink>
      <a:folHlink>
        <a:srgbClr val="4E2589"/>
      </a:folHlink>
    </a:clrScheme>
    <a:fontScheme name="Metlen font theme">
      <a:majorFont>
        <a:latin typeface="Manrope Light"/>
        <a:ea typeface=""/>
        <a:cs typeface=""/>
      </a:majorFont>
      <a:minorFont>
        <a:latin typeface="Manrop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1"/>
            </a:solidFill>
          </a:defRPr>
        </a:defPPr>
      </a:lstStyle>
    </a:txDef>
  </a:objectDefaults>
  <a:extraClrSchemeLst/>
  <a:extLst>
    <a:ext uri="{05A4C25C-085E-4340-85A3-A5531E510DB2}">
      <thm15:themeFamily xmlns:thm15="http://schemas.microsoft.com/office/thememl/2012/main" name="Presentation2" id="{CF3F96B0-FD16-9348-B8CD-715868C7B5F2}" vid="{9D19FB5D-E209-1145-95D1-8B0940DCFC80}"/>
    </a:ext>
  </a:extLst>
</a:theme>
</file>

<file path=ppt/theme/theme2.xml><?xml version="1.0" encoding="utf-8"?>
<a:theme xmlns:a="http://schemas.openxmlformats.org/drawingml/2006/main" name="Office Theme">
  <a:themeElements>
    <a:clrScheme name="mytilineos_1">
      <a:dk1>
        <a:srgbClr val="000000"/>
      </a:dk1>
      <a:lt1>
        <a:srgbClr val="FFFFFF"/>
      </a:lt1>
      <a:dk2>
        <a:srgbClr val="FFFFFF"/>
      </a:dk2>
      <a:lt2>
        <a:srgbClr val="FFFFFF"/>
      </a:lt2>
      <a:accent1>
        <a:srgbClr val="00F1F2"/>
      </a:accent1>
      <a:accent2>
        <a:srgbClr val="795AFD"/>
      </a:accent2>
      <a:accent3>
        <a:srgbClr val="6BFF4A"/>
      </a:accent3>
      <a:accent4>
        <a:srgbClr val="0A2240"/>
      </a:accent4>
      <a:accent5>
        <a:srgbClr val="2D215E"/>
      </a:accent5>
      <a:accent6>
        <a:srgbClr val="000000"/>
      </a:accent6>
      <a:hlink>
        <a:srgbClr val="5F5F5F"/>
      </a:hlink>
      <a:folHlink>
        <a:srgbClr val="919191"/>
      </a:folHlink>
    </a:clrScheme>
    <a:fontScheme name="mytilineos_smart_citie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Metlen PPT Theme">
  <a:themeElements>
    <a:clrScheme name="Metlen colour theme">
      <a:dk1>
        <a:sysClr val="windowText" lastClr="000000"/>
      </a:dk1>
      <a:lt1>
        <a:sysClr val="window" lastClr="FFFFFF"/>
      </a:lt1>
      <a:dk2>
        <a:srgbClr val="1B303A"/>
      </a:dk2>
      <a:lt2>
        <a:srgbClr val="E7E6E6"/>
      </a:lt2>
      <a:accent1>
        <a:srgbClr val="0A2240"/>
      </a:accent1>
      <a:accent2>
        <a:srgbClr val="795AFD"/>
      </a:accent2>
      <a:accent3>
        <a:srgbClr val="00F1F2"/>
      </a:accent3>
      <a:accent4>
        <a:srgbClr val="5FE838"/>
      </a:accent4>
      <a:accent5>
        <a:srgbClr val="4E2589"/>
      </a:accent5>
      <a:accent6>
        <a:srgbClr val="BCACFE"/>
      </a:accent6>
      <a:hlink>
        <a:srgbClr val="795AFD"/>
      </a:hlink>
      <a:folHlink>
        <a:srgbClr val="4E2589"/>
      </a:folHlink>
    </a:clrScheme>
    <a:fontScheme name="Metlen font theme">
      <a:majorFont>
        <a:latin typeface="Manrope Light"/>
        <a:ea typeface=""/>
        <a:cs typeface=""/>
      </a:majorFont>
      <a:minorFont>
        <a:latin typeface="Manrope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1"/>
            </a:solidFill>
          </a:defRPr>
        </a:defPPr>
      </a:lstStyle>
    </a:txDef>
  </a:objectDefaults>
  <a:extraClrSchemeLst/>
  <a:extLst>
    <a:ext uri="{05A4C25C-085E-4340-85A3-A5531E510DB2}">
      <thm15:themeFamily xmlns:thm15="http://schemas.microsoft.com/office/thememl/2012/main" name="Presentation2" id="{CF3F96B0-FD16-9348-B8CD-715868C7B5F2}" vid="{9D19FB5D-E209-1145-95D1-8B0940DCFC8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A146CD5BD0F740A7F188D66B83EBAA" ma:contentTypeVersion="11" ma:contentTypeDescription="Create a new document." ma:contentTypeScope="" ma:versionID="c89262c95b6b9e461b1d1ae5f0a24e6f">
  <xsd:schema xmlns:xsd="http://www.w3.org/2001/XMLSchema" xmlns:xs="http://www.w3.org/2001/XMLSchema" xmlns:p="http://schemas.microsoft.com/office/2006/metadata/properties" xmlns:ns2="9ec05dc6-71e9-4fec-a32e-3a9b148cd22b" xmlns:ns3="8a97dd3d-de0e-4654-963c-c2cb5dfe83a9" targetNamespace="http://schemas.microsoft.com/office/2006/metadata/properties" ma:root="true" ma:fieldsID="0c90405e389595689f9fa3fba8a54cc5" ns2:_="" ns3:_="">
    <xsd:import namespace="9ec05dc6-71e9-4fec-a32e-3a9b148cd22b"/>
    <xsd:import namespace="8a97dd3d-de0e-4654-963c-c2cb5dfe83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ompleto_x003f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c05dc6-71e9-4fec-a32e-3a9b148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2703f11f-9d24-458e-9e38-4024ad985018"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Completo_x003f_" ma:index="18" nillable="true" ma:displayName="Completo?" ma:default="0" ma:format="Dropdown" ma:internalName="Completo_x003f_">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a97dd3d-de0e-4654-963c-c2cb5dfe83a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ebe193da-dbba-4381-8833-bc18440b735c}" ma:internalName="TaxCatchAll" ma:showField="CatchAllData" ma:web="8a97dd3d-de0e-4654-963c-c2cb5dfe83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pleto_x003f_ xmlns="9ec05dc6-71e9-4fec-a32e-3a9b148cd22b">false</Completo_x003f_>
    <lcf76f155ced4ddcb4097134ff3c332f xmlns="9ec05dc6-71e9-4fec-a32e-3a9b148cd22b">
      <Terms xmlns="http://schemas.microsoft.com/office/infopath/2007/PartnerControls"/>
    </lcf76f155ced4ddcb4097134ff3c332f>
    <TaxCatchAll xmlns="8a97dd3d-de0e-4654-963c-c2cb5dfe83a9" xsi:nil="true"/>
  </documentManagement>
</p:properties>
</file>

<file path=customXml/itemProps1.xml><?xml version="1.0" encoding="utf-8"?>
<ds:datastoreItem xmlns:ds="http://schemas.openxmlformats.org/officeDocument/2006/customXml" ds:itemID="{EE1FDBF7-EE4F-4360-9D03-4F203E511B0F}">
  <ds:schemaRefs>
    <ds:schemaRef ds:uri="8a97dd3d-de0e-4654-963c-c2cb5dfe83a9"/>
    <ds:schemaRef ds:uri="9ec05dc6-71e9-4fec-a32e-3a9b148cd22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FBC3BCB-236A-40D1-A214-E0CDA7D021D2}">
  <ds:schemaRefs>
    <ds:schemaRef ds:uri="http://schemas.microsoft.com/sharepoint/v3/contenttype/forms"/>
  </ds:schemaRefs>
</ds:datastoreItem>
</file>

<file path=customXml/itemProps3.xml><?xml version="1.0" encoding="utf-8"?>
<ds:datastoreItem xmlns:ds="http://schemas.openxmlformats.org/officeDocument/2006/customXml" ds:itemID="{72534EC1-4F3F-4DAB-8274-8515D6B9276A}">
  <ds:schemaRefs>
    <ds:schemaRef ds:uri="8a97dd3d-de0e-4654-963c-c2cb5dfe83a9"/>
    <ds:schemaRef ds:uri="9ec05dc6-71e9-4fec-a32e-3a9b148cd22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dfed4a84-6ece-42f1-a191-f615eeb36b8c}" enabled="1" method="Privileged" siteId="{779f4bb4-07c5-4d0f-82a7-8a095110e776}" removed="0"/>
</clbl:labelList>
</file>

<file path=docProps/app.xml><?xml version="1.0" encoding="utf-8"?>
<Properties xmlns="http://schemas.openxmlformats.org/officeDocument/2006/extended-properties" xmlns:vt="http://schemas.openxmlformats.org/officeDocument/2006/docPropsVTypes">
  <Template>Metlen PowerPoint Template</Template>
  <Application>Microsoft Office PowerPoint</Application>
  <PresentationFormat>Widescreen</PresentationFormat>
  <Slides>19</Slides>
  <Notes>16</Notes>
  <HiddenSlides>0</HiddenSlide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Metlen PPT Theme</vt:lpstr>
      <vt:lpstr>Office Theme</vt:lpstr>
      <vt:lpstr>1_Metlen PPT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100Day Plan – Development – Mapping the Markets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Presentation</dc:title>
  <dc:creator>Zachou Elena, THENEWTONS</dc:creator>
  <cp:revision>2</cp:revision>
  <cp:lastPrinted>2024-10-21T11:20:05Z</cp:lastPrinted>
  <dcterms:created xsi:type="dcterms:W3CDTF">2024-06-12T12:01:10Z</dcterms:created>
  <dcterms:modified xsi:type="dcterms:W3CDTF">2026-03-24T10:11:38Z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0x010100C9A146CD5BD0F740A7F188D66B83EBAA</vt:lpwstr>
  </property>
  <property fmtid="{D5CDD505-2E9C-101B-9397-08002B2CF9AE}" pid="3" name="MediaServiceImageTags">
    <vt:lpwstr/>
  </property>
  <property fmtid="{D5CDD505-2E9C-101B-9397-08002B2CF9AE}" pid="4" name="MSIP_Label_dfed4a84-6ece-42f1-a191-f615eeb36b8c_Enabled">
    <vt:lpwstr>true</vt:lpwstr>
  </property>
  <property fmtid="{D5CDD505-2E9C-101B-9397-08002B2CF9AE}" pid="5" name="MSIP_Label_dfed4a84-6ece-42f1-a191-f615eeb36b8c_SetDate">
    <vt:lpwstr>2025-10-24T12:53:57Z</vt:lpwstr>
  </property>
  <property fmtid="{D5CDD505-2E9C-101B-9397-08002B2CF9AE}" pid="6" name="MSIP_Label_dfed4a84-6ece-42f1-a191-f615eeb36b8c_Method">
    <vt:lpwstr>Standard</vt:lpwstr>
  </property>
  <property fmtid="{D5CDD505-2E9C-101B-9397-08002B2CF9AE}" pid="7" name="MSIP_Label_dfed4a84-6ece-42f1-a191-f615eeb36b8c_Name">
    <vt:lpwstr>[PUBLIC]</vt:lpwstr>
  </property>
  <property fmtid="{D5CDD505-2E9C-101B-9397-08002B2CF9AE}" pid="8" name="MSIP_Label_dfed4a84-6ece-42f1-a191-f615eeb36b8c_SiteId">
    <vt:lpwstr>779f4bb4-07c5-4d0f-82a7-8a095110e776</vt:lpwstr>
  </property>
  <property fmtid="{D5CDD505-2E9C-101B-9397-08002B2CF9AE}" pid="9" name="MSIP_Label_dfed4a84-6ece-42f1-a191-f615eeb36b8c_ActionId">
    <vt:lpwstr>5f071573-7a59-492e-8c2c-4cea59a56f06</vt:lpwstr>
  </property>
  <property fmtid="{D5CDD505-2E9C-101B-9397-08002B2CF9AE}" pid="10" name="MSIP_Label_dfed4a84-6ece-42f1-a191-f615eeb36b8c_ContentBits">
    <vt:lpwstr>0</vt:lpwstr>
  </property>
  <property fmtid="{D5CDD505-2E9C-101B-9397-08002B2CF9AE}" pid="11" name="ClassificationContentMarkingHeaderLocations">
    <vt:lpwstr>Metlen PPT Theme:8</vt:lpwstr>
  </property>
  <property fmtid="{D5CDD505-2E9C-101B-9397-08002B2CF9AE}" pid="12" name="ClassificationContentMarkingHeaderText">
    <vt:lpwstr>[EXTERNAL PERMITTED]</vt:lpwstr>
  </property>
</Properties>
</file>